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0"/>
  </p:notesMasterIdLst>
  <p:sldIdLst>
    <p:sldId id="262" r:id="rId2"/>
    <p:sldId id="260" r:id="rId3"/>
    <p:sldId id="261" r:id="rId4"/>
    <p:sldId id="267" r:id="rId5"/>
    <p:sldId id="275" r:id="rId6"/>
    <p:sldId id="278" r:id="rId7"/>
    <p:sldId id="282" r:id="rId8"/>
    <p:sldId id="280" r:id="rId9"/>
    <p:sldId id="274" r:id="rId10"/>
    <p:sldId id="281" r:id="rId11"/>
    <p:sldId id="258" r:id="rId12"/>
    <p:sldId id="263" r:id="rId13"/>
    <p:sldId id="268" r:id="rId14"/>
    <p:sldId id="269" r:id="rId15"/>
    <p:sldId id="270" r:id="rId16"/>
    <p:sldId id="271" r:id="rId17"/>
    <p:sldId id="272" r:id="rId18"/>
    <p:sldId id="273" r:id="rId19"/>
  </p:sldIdLst>
  <p:sldSz cx="36576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496E"/>
    <a:srgbClr val="006E23"/>
    <a:srgbClr val="6E6E0E"/>
    <a:srgbClr val="FFFF1D"/>
    <a:srgbClr val="AEAEAE"/>
    <a:srgbClr val="666666"/>
    <a:srgbClr val="6D4D41"/>
    <a:srgbClr val="A9250D"/>
    <a:srgbClr val="E47C06"/>
    <a:srgbClr val="C547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0"/>
    <p:restoredTop sz="96319"/>
  </p:normalViewPr>
  <p:slideViewPr>
    <p:cSldViewPr snapToGrid="0">
      <p:cViewPr>
        <p:scale>
          <a:sx n="40" d="100"/>
          <a:sy n="40" d="100"/>
        </p:scale>
        <p:origin x="1696" y="8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B9E61-D85B-844A-8EF6-9D3458A43980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5A255-A2B7-9747-A15F-4ECF908B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30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5A255-A2B7-9747-A15F-4ECF908BA4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20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5A255-A2B7-9747-A15F-4ECF908BA4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88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5A255-A2B7-9747-A15F-4ECF908BA4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41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92197-7ED8-51AA-EADB-376EC8494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71E88-4CE6-7713-6D43-3DF9E7C37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96FE6-E213-6C1A-5FDC-3599B3E78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85152-C833-3061-A60F-C8441FF89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5A255-A2B7-9747-A15F-4ECF908BA4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50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5A255-A2B7-9747-A15F-4ECF908BA4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11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Gray background for 29, black background white </a:t>
            </a:r>
            <a:r>
              <a:rPr lang="en-US"/>
              <a:t>text for Elevated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5A255-A2B7-9747-A15F-4ECF908BA4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08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5A255-A2B7-9747-A15F-4ECF908BA4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7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992968"/>
            <a:ext cx="274320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9605435"/>
            <a:ext cx="27432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35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8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4559303"/>
            <a:ext cx="3154680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12238569"/>
            <a:ext cx="3154680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82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6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4868333"/>
            <a:ext cx="155448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4868333"/>
            <a:ext cx="155448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5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973668"/>
            <a:ext cx="315468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6" y="4483101"/>
            <a:ext cx="15473361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6" y="6680200"/>
            <a:ext cx="15473361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4483101"/>
            <a:ext cx="15549564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6680200"/>
            <a:ext cx="15549564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5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2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88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219200"/>
            <a:ext cx="11796711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2633135"/>
            <a:ext cx="18516600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5486400"/>
            <a:ext cx="11796711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38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219200"/>
            <a:ext cx="11796711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2633135"/>
            <a:ext cx="18516600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5486400"/>
            <a:ext cx="11796711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9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00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0" y="973666"/>
            <a:ext cx="788670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973666"/>
            <a:ext cx="2320290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3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3668"/>
            <a:ext cx="315468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4868333"/>
            <a:ext cx="315468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16950268"/>
            <a:ext cx="82296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76627-9E05-F64F-A978-692237CD2630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16950268"/>
            <a:ext cx="123444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16950268"/>
            <a:ext cx="82296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032C7-A18F-454A-B623-CEF7E178E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2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numbers and lines&#10;&#10;Description automatically generated">
            <a:extLst>
              <a:ext uri="{FF2B5EF4-FFF2-40B4-BE49-F238E27FC236}">
                <a16:creationId xmlns:a16="http://schemas.microsoft.com/office/drawing/2014/main" id="{91A1585B-A668-79A7-6B04-38CFEC3D5E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67" r="22317"/>
          <a:stretch/>
        </p:blipFill>
        <p:spPr>
          <a:xfrm>
            <a:off x="11411369" y="921813"/>
            <a:ext cx="10522715" cy="74390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23DD90-BA99-9852-E00E-F9D9577167F3}"/>
              </a:ext>
            </a:extLst>
          </p:cNvPr>
          <p:cNvSpPr txBox="1"/>
          <p:nvPr/>
        </p:nvSpPr>
        <p:spPr>
          <a:xfrm rot="16200000">
            <a:off x="3318228" y="7457927"/>
            <a:ext cx="1480439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polyp extension score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800F3-93C2-14B5-BD42-8D8D72982070}"/>
              </a:ext>
            </a:extLst>
          </p:cNvPr>
          <p:cNvSpPr txBox="1"/>
          <p:nvPr/>
        </p:nvSpPr>
        <p:spPr>
          <a:xfrm>
            <a:off x="12220396" y="15719957"/>
            <a:ext cx="8904659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of experiment</a:t>
            </a:r>
          </a:p>
        </p:txBody>
      </p:sp>
      <p:pic>
        <p:nvPicPr>
          <p:cNvPr id="10" name="Picture 9" descr="A graph of a number of different levels of temperature&#10;&#10;Description automatically generated with medium confidence">
            <a:extLst>
              <a:ext uri="{FF2B5EF4-FFF2-40B4-BE49-F238E27FC236}">
                <a16:creationId xmlns:a16="http://schemas.microsoft.com/office/drawing/2014/main" id="{67A79C09-97FC-93F0-0A2B-6BF5F45054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809" t="34108" b="33392"/>
          <a:stretch/>
        </p:blipFill>
        <p:spPr>
          <a:xfrm>
            <a:off x="22301860" y="5323610"/>
            <a:ext cx="4040370" cy="40369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E2C123-F379-827D-C870-1BE0B2B5EEBB}"/>
              </a:ext>
            </a:extLst>
          </p:cNvPr>
          <p:cNvSpPr txBox="1"/>
          <p:nvPr/>
        </p:nvSpPr>
        <p:spPr>
          <a:xfrm>
            <a:off x="12501949" y="1209600"/>
            <a:ext cx="17124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A) Fed</a:t>
            </a:r>
          </a:p>
        </p:txBody>
      </p:sp>
      <p:pic>
        <p:nvPicPr>
          <p:cNvPr id="11" name="Picture 10" descr="A graph of red and blue lines&#10;&#10;Description automatically generated">
            <a:extLst>
              <a:ext uri="{FF2B5EF4-FFF2-40B4-BE49-F238E27FC236}">
                <a16:creationId xmlns:a16="http://schemas.microsoft.com/office/drawing/2014/main" id="{8C5EB483-4016-8DF8-8D84-6F001FFAE9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292" r="21853"/>
          <a:stretch/>
        </p:blipFill>
        <p:spPr>
          <a:xfrm>
            <a:off x="11411369" y="8009811"/>
            <a:ext cx="10846047" cy="75958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C8F3394-02A1-A579-A497-60F9E4CDEDEC}"/>
              </a:ext>
            </a:extLst>
          </p:cNvPr>
          <p:cNvSpPr txBox="1"/>
          <p:nvPr/>
        </p:nvSpPr>
        <p:spPr>
          <a:xfrm>
            <a:off x="12499426" y="8620780"/>
            <a:ext cx="339389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B) Starved</a:t>
            </a:r>
          </a:p>
        </p:txBody>
      </p:sp>
    </p:spTree>
    <p:extLst>
      <p:ext uri="{BB962C8B-B14F-4D97-AF65-F5344CB8AC3E}">
        <p14:creationId xmlns:p14="http://schemas.microsoft.com/office/powerpoint/2010/main" val="3685343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FD70A21-A08C-9E8A-B9B3-F67BB9016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2512" y="1084887"/>
            <a:ext cx="17321464" cy="1306766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BEAB6A8-40E1-2BE1-3BA4-043CF28CAE74}"/>
              </a:ext>
            </a:extLst>
          </p:cNvPr>
          <p:cNvGrpSpPr/>
          <p:nvPr/>
        </p:nvGrpSpPr>
        <p:grpSpPr>
          <a:xfrm>
            <a:off x="415496" y="552240"/>
            <a:ext cx="14700725" cy="12971120"/>
            <a:chOff x="364696" y="1365039"/>
            <a:chExt cx="14700725" cy="1297112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F78507E-C234-58C0-39F2-0C0434E90A7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4696" y="1365039"/>
              <a:ext cx="14700725" cy="12971120"/>
              <a:chOff x="364696" y="1365039"/>
              <a:chExt cx="14700725" cy="12971120"/>
            </a:xfrm>
          </p:grpSpPr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26A2E3F7-50AB-21BF-EB20-3FC8A10DFA8B}"/>
                  </a:ext>
                </a:extLst>
              </p:cNvPr>
              <p:cNvSpPr txBox="1"/>
              <p:nvPr/>
            </p:nvSpPr>
            <p:spPr>
              <a:xfrm rot="16200000">
                <a:off x="-4265736" y="5995471"/>
                <a:ext cx="9784083" cy="5232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4D4D4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Absolute rate O</a:t>
                </a:r>
                <a:r>
                  <a:rPr lang="en-US" sz="2800" baseline="-25000" dirty="0">
                    <a:solidFill>
                      <a:srgbClr val="4D4D4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solidFill>
                      <a:srgbClr val="4D4D4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consumption (µmol/min/cm</a:t>
                </a:r>
                <a:r>
                  <a:rPr lang="en-US" sz="2800" baseline="30000" dirty="0">
                    <a:solidFill>
                      <a:srgbClr val="4D4D4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solidFill>
                      <a:srgbClr val="4D4D4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2E7064-99F6-242C-FA3F-6D3E1E1302DB}"/>
                  </a:ext>
                </a:extLst>
              </p:cNvPr>
              <p:cNvSpPr txBox="1"/>
              <p:nvPr/>
            </p:nvSpPr>
            <p:spPr>
              <a:xfrm>
                <a:off x="1691516" y="6613114"/>
                <a:ext cx="7242150" cy="52322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800" dirty="0">
                    <a:ln/>
                    <a:solidFill>
                      <a:srgbClr val="3B3B3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B) Feeding treatment: fed versus starved</a:t>
                </a: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6A51CAD-8800-E512-FA43-0B5BF2B4947C}"/>
                  </a:ext>
                </a:extLst>
              </p:cNvPr>
              <p:cNvGrpSpPr/>
              <p:nvPr/>
            </p:nvGrpSpPr>
            <p:grpSpPr>
              <a:xfrm>
                <a:off x="1045225" y="1986443"/>
                <a:ext cx="14020196" cy="11902302"/>
                <a:chOff x="1045225" y="1986443"/>
                <a:chExt cx="14020196" cy="11902302"/>
              </a:xfrm>
            </p:grpSpPr>
            <p:pic>
              <p:nvPicPr>
                <p:cNvPr id="2" name="Picture 1">
                  <a:extLst>
                    <a:ext uri="{FF2B5EF4-FFF2-40B4-BE49-F238E27FC236}">
                      <a16:creationId xmlns:a16="http://schemas.microsoft.com/office/drawing/2014/main" id="{33163D4B-0869-3DC8-AB87-CCC58DAB40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3239" r="16219" b="4827"/>
                <a:stretch/>
              </p:blipFill>
              <p:spPr>
                <a:xfrm>
                  <a:off x="1045225" y="1986443"/>
                  <a:ext cx="14020196" cy="11094728"/>
                </a:xfrm>
                <a:prstGeom prst="rect">
                  <a:avLst/>
                </a:prstGeom>
              </p:spPr>
            </p:pic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AF3F8DE-30E2-C025-4421-E56A5EA0B66E}"/>
                    </a:ext>
                  </a:extLst>
                </p:cNvPr>
                <p:cNvSpPr/>
                <p:nvPr/>
              </p:nvSpPr>
              <p:spPr>
                <a:xfrm>
                  <a:off x="2090058" y="11569700"/>
                  <a:ext cx="11521440" cy="23190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" name="Left Bracket 3">
                <a:extLst>
                  <a:ext uri="{FF2B5EF4-FFF2-40B4-BE49-F238E27FC236}">
                    <a16:creationId xmlns:a16="http://schemas.microsoft.com/office/drawing/2014/main" id="{145ACA53-5D5B-22A6-788F-838A6801407C}"/>
                  </a:ext>
                </a:extLst>
              </p:cNvPr>
              <p:cNvSpPr/>
              <p:nvPr/>
            </p:nvSpPr>
            <p:spPr>
              <a:xfrm rot="16200000">
                <a:off x="11334707" y="10243712"/>
                <a:ext cx="457200" cy="3289386"/>
              </a:xfrm>
              <a:prstGeom prst="leftBracket">
                <a:avLst/>
              </a:prstGeom>
              <a:ln w="38100">
                <a:solidFill>
                  <a:srgbClr val="4D4D4D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A65C0-B033-182C-5422-2C2C3AF61F46}"/>
                  </a:ext>
                </a:extLst>
              </p:cNvPr>
              <p:cNvSpPr txBox="1"/>
              <p:nvPr/>
            </p:nvSpPr>
            <p:spPr>
              <a:xfrm>
                <a:off x="10265811" y="12228404"/>
                <a:ext cx="2594992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rgbClr val="4D4D4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Elevated NO</a:t>
                </a:r>
                <a:r>
                  <a:rPr lang="en-US" sz="3200" baseline="-25000" dirty="0">
                    <a:solidFill>
                      <a:srgbClr val="4D4D4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 dirty="0"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530DF5-B2B7-B562-ADAA-7A51A225E70B}"/>
                  </a:ext>
                </a:extLst>
              </p:cNvPr>
              <p:cNvSpPr txBox="1"/>
              <p:nvPr/>
            </p:nvSpPr>
            <p:spPr>
              <a:xfrm>
                <a:off x="3705640" y="12144447"/>
                <a:ext cx="3963442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rgbClr val="4D4D4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Background NO</a:t>
                </a:r>
                <a:r>
                  <a:rPr lang="en-US" sz="3200" baseline="-25000" dirty="0">
                    <a:solidFill>
                      <a:srgbClr val="4D4D4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 dirty="0"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Left Bracket 11">
                <a:extLst>
                  <a:ext uri="{FF2B5EF4-FFF2-40B4-BE49-F238E27FC236}">
                    <a16:creationId xmlns:a16="http://schemas.microsoft.com/office/drawing/2014/main" id="{A8010EC9-A009-9653-C701-AFC330F7141E}"/>
                  </a:ext>
                </a:extLst>
              </p:cNvPr>
              <p:cNvSpPr/>
              <p:nvPr/>
            </p:nvSpPr>
            <p:spPr>
              <a:xfrm rot="16200000">
                <a:off x="4951356" y="10243712"/>
                <a:ext cx="457200" cy="3289386"/>
              </a:xfrm>
              <a:prstGeom prst="leftBracket">
                <a:avLst/>
              </a:prstGeom>
              <a:ln w="38100">
                <a:solidFill>
                  <a:srgbClr val="4D4D4D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9E3CA42-1D44-216C-F662-D690983E0768}"/>
                  </a:ext>
                </a:extLst>
              </p:cNvPr>
              <p:cNvGrpSpPr/>
              <p:nvPr/>
            </p:nvGrpSpPr>
            <p:grpSpPr>
              <a:xfrm>
                <a:off x="11075924" y="13167759"/>
                <a:ext cx="2730500" cy="1168400"/>
                <a:chOff x="11023432" y="13104932"/>
                <a:chExt cx="2730500" cy="1168400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F305CE65-A93B-467D-F17A-F5670F6681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023432" y="13104932"/>
                  <a:ext cx="2730500" cy="1168400"/>
                </a:xfrm>
                <a:prstGeom prst="rect">
                  <a:avLst/>
                </a:prstGeom>
              </p:spPr>
            </p:pic>
            <p:pic>
              <p:nvPicPr>
                <p:cNvPr id="15" name="Picture 14" descr="A graph of a number of different types of oxygen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363BE666-70C7-9754-1676-9C362456B3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79873" t="34917" r="17454" b="62917"/>
                <a:stretch/>
              </p:blipFill>
              <p:spPr>
                <a:xfrm rot="10800000">
                  <a:off x="11023432" y="13857020"/>
                  <a:ext cx="379562" cy="333555"/>
                </a:xfrm>
                <a:prstGeom prst="rect">
                  <a:avLst/>
                </a:prstGeom>
              </p:spPr>
            </p:pic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853AA5-EFD0-FE5D-F159-8410164E63B4}"/>
                  </a:ext>
                </a:extLst>
              </p:cNvPr>
              <p:cNvSpPr txBox="1"/>
              <p:nvPr/>
            </p:nvSpPr>
            <p:spPr>
              <a:xfrm>
                <a:off x="1534226" y="6516462"/>
                <a:ext cx="7242150" cy="52322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800" dirty="0">
                    <a:ln/>
                    <a:solidFill>
                      <a:srgbClr val="3B3B3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Feeding treatment: fed versus starved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310005-D14C-A99E-7EB6-FC2FE966687E}"/>
                  </a:ext>
                </a:extLst>
              </p:cNvPr>
              <p:cNvSpPr txBox="1"/>
              <p:nvPr/>
            </p:nvSpPr>
            <p:spPr>
              <a:xfrm>
                <a:off x="1534226" y="1559876"/>
                <a:ext cx="7242150" cy="52322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 dirty="0">
                    <a:ln/>
                    <a:solidFill>
                      <a:srgbClr val="3B3B3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Symbiotic state: symbiotic vs. aposymbiotic</a:t>
                </a:r>
              </a:p>
            </p:txBody>
          </p:sp>
          <p:pic>
            <p:nvPicPr>
              <p:cNvPr id="278" name="Picture 277" descr="A graph of a number of different types of oxygen&#10;&#10;Description automatically generated with medium confidence">
                <a:extLst>
                  <a:ext uri="{FF2B5EF4-FFF2-40B4-BE49-F238E27FC236}">
                    <a16:creationId xmlns:a16="http://schemas.microsoft.com/office/drawing/2014/main" id="{BF114E2A-AA17-8A9B-A248-5B9F876CD0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79007" t="38202" r="1545" b="53405"/>
              <a:stretch/>
            </p:blipFill>
            <p:spPr>
              <a:xfrm>
                <a:off x="5317607" y="12901939"/>
                <a:ext cx="2761487" cy="1292352"/>
              </a:xfrm>
              <a:prstGeom prst="rect">
                <a:avLst/>
              </a:prstGeom>
            </p:spPr>
          </p:pic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659A27DE-9E84-EBB0-CD00-850EE0F44A26}"/>
                  </a:ext>
                </a:extLst>
              </p:cNvPr>
              <p:cNvSpPr txBox="1"/>
              <p:nvPr/>
            </p:nvSpPr>
            <p:spPr>
              <a:xfrm>
                <a:off x="8544083" y="13473497"/>
                <a:ext cx="2123537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000" dirty="0">
                    <a:ln/>
                    <a:solidFill>
                      <a:srgbClr val="3B3B3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No </a:t>
                </a:r>
                <a:r>
                  <a:rPr lang="en-US" sz="2000" i="1" dirty="0">
                    <a:ln/>
                    <a:solidFill>
                      <a:srgbClr val="3B3B3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E. coli</a:t>
                </a:r>
                <a:endParaRPr lang="en-US" sz="2000" dirty="0">
                  <a:ln/>
                  <a:solidFill>
                    <a:srgbClr val="3B3B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E85C380B-203D-7AE4-C1F1-494412F2155B}"/>
                  </a:ext>
                </a:extLst>
              </p:cNvPr>
              <p:cNvSpPr/>
              <p:nvPr/>
            </p:nvSpPr>
            <p:spPr>
              <a:xfrm>
                <a:off x="8172374" y="13988394"/>
                <a:ext cx="351309" cy="295685"/>
              </a:xfrm>
              <a:custGeom>
                <a:avLst/>
                <a:gdLst>
                  <a:gd name="connsiteX0" fmla="*/ 0 w 199841"/>
                  <a:gd name="connsiteY0" fmla="*/ 0 h 199841"/>
                  <a:gd name="connsiteX1" fmla="*/ 199842 w 199841"/>
                  <a:gd name="connsiteY1" fmla="*/ 0 h 199841"/>
                  <a:gd name="connsiteX2" fmla="*/ 199842 w 199841"/>
                  <a:gd name="connsiteY2" fmla="*/ 199842 h 199841"/>
                  <a:gd name="connsiteX3" fmla="*/ 0 w 199841"/>
                  <a:gd name="connsiteY3" fmla="*/ 199842 h 199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9841" h="199841">
                    <a:moveTo>
                      <a:pt x="0" y="0"/>
                    </a:moveTo>
                    <a:lnTo>
                      <a:pt x="199842" y="0"/>
                    </a:lnTo>
                    <a:lnTo>
                      <a:pt x="199842" y="199842"/>
                    </a:lnTo>
                    <a:lnTo>
                      <a:pt x="0" y="199842"/>
                    </a:lnTo>
                    <a:close/>
                  </a:path>
                </a:pathLst>
              </a:custGeom>
              <a:solidFill>
                <a:srgbClr val="E5E5E5"/>
              </a:solidFill>
              <a:ln w="28575" cap="rnd">
                <a:solidFill>
                  <a:srgbClr val="3B3B3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4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F59A095D-1698-9BD1-F4AD-2C856687ACC4}"/>
                  </a:ext>
                </a:extLst>
              </p:cNvPr>
              <p:cNvSpPr txBox="1"/>
              <p:nvPr/>
            </p:nvSpPr>
            <p:spPr>
              <a:xfrm>
                <a:off x="8591932" y="13935162"/>
                <a:ext cx="1221937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000" i="1" dirty="0">
                    <a:ln/>
                    <a:solidFill>
                      <a:srgbClr val="3B3B3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E. coli </a:t>
                </a:r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6ED2EC0B-2EF0-BADA-3BF3-A9F200B953FD}"/>
                  </a:ext>
                </a:extLst>
              </p:cNvPr>
              <p:cNvSpPr/>
              <p:nvPr/>
            </p:nvSpPr>
            <p:spPr>
              <a:xfrm>
                <a:off x="8172375" y="13510977"/>
                <a:ext cx="351309" cy="295685"/>
              </a:xfrm>
              <a:custGeom>
                <a:avLst/>
                <a:gdLst>
                  <a:gd name="connsiteX0" fmla="*/ 0 w 199841"/>
                  <a:gd name="connsiteY0" fmla="*/ 0 h 199841"/>
                  <a:gd name="connsiteX1" fmla="*/ 199842 w 199841"/>
                  <a:gd name="connsiteY1" fmla="*/ 0 h 199841"/>
                  <a:gd name="connsiteX2" fmla="*/ 199842 w 199841"/>
                  <a:gd name="connsiteY2" fmla="*/ 199842 h 199841"/>
                  <a:gd name="connsiteX3" fmla="*/ 0 w 199841"/>
                  <a:gd name="connsiteY3" fmla="*/ 199842 h 199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9841" h="199841">
                    <a:moveTo>
                      <a:pt x="0" y="0"/>
                    </a:moveTo>
                    <a:lnTo>
                      <a:pt x="199842" y="0"/>
                    </a:lnTo>
                    <a:lnTo>
                      <a:pt x="199842" y="199842"/>
                    </a:lnTo>
                    <a:lnTo>
                      <a:pt x="0" y="199842"/>
                    </a:lnTo>
                    <a:close/>
                  </a:path>
                </a:pathLst>
              </a:custGeom>
              <a:solidFill>
                <a:schemeClr val="bg1">
                  <a:alpha val="17647"/>
                </a:schemeClr>
              </a:solidFill>
              <a:ln w="28575" cap="rnd">
                <a:solidFill>
                  <a:srgbClr val="3B3B3B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4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77" name="Picture 276" descr="A graph of a number of different types of oxygen&#10;&#10;Description automatically generated with medium confidence">
              <a:extLst>
                <a:ext uri="{FF2B5EF4-FFF2-40B4-BE49-F238E27FC236}">
                  <a16:creationId xmlns:a16="http://schemas.microsoft.com/office/drawing/2014/main" id="{6FF1D802-94C5-FE41-97A0-8034F5283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7753" t="29413" b="62194"/>
            <a:stretch/>
          </p:blipFill>
          <p:spPr>
            <a:xfrm>
              <a:off x="2284984" y="12945751"/>
              <a:ext cx="3158922" cy="1292352"/>
            </a:xfrm>
            <a:prstGeom prst="rect">
              <a:avLst/>
            </a:prstGeom>
          </p:spPr>
        </p:pic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348906FF-A27D-A65B-33C4-51EDF059C317}"/>
                </a:ext>
              </a:extLst>
            </p:cNvPr>
            <p:cNvSpPr txBox="1"/>
            <p:nvPr/>
          </p:nvSpPr>
          <p:spPr>
            <a:xfrm>
              <a:off x="8070291" y="13011832"/>
              <a:ext cx="3548032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800" i="1" dirty="0">
                  <a:ln/>
                  <a:solidFill>
                    <a:srgbClr val="3B3B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E. coli </a:t>
              </a:r>
              <a:r>
                <a:rPr lang="en-US" sz="2800" dirty="0">
                  <a:ln/>
                  <a:solidFill>
                    <a:srgbClr val="3B3B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challenge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2B191D1-5212-2B46-9A6B-0270FF8F19B4}"/>
              </a:ext>
            </a:extLst>
          </p:cNvPr>
          <p:cNvSpPr txBox="1"/>
          <p:nvPr/>
        </p:nvSpPr>
        <p:spPr>
          <a:xfrm>
            <a:off x="16050182" y="747077"/>
            <a:ext cx="72421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E) Bayesian Coefficients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FE6249-3F67-70F7-2F4F-EE730C41F6A2}"/>
              </a:ext>
            </a:extLst>
          </p:cNvPr>
          <p:cNvSpPr txBox="1"/>
          <p:nvPr/>
        </p:nvSpPr>
        <p:spPr>
          <a:xfrm>
            <a:off x="1873631" y="1351245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FC519A-5BF5-4929-8C62-96E7414F2C52}"/>
              </a:ext>
            </a:extLst>
          </p:cNvPr>
          <p:cNvSpPr txBox="1"/>
          <p:nvPr/>
        </p:nvSpPr>
        <p:spPr>
          <a:xfrm>
            <a:off x="8642732" y="1351245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B)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DC3776-DEBB-0413-E4E5-8BE38C3A8E18}"/>
              </a:ext>
            </a:extLst>
          </p:cNvPr>
          <p:cNvSpPr txBox="1"/>
          <p:nvPr/>
        </p:nvSpPr>
        <p:spPr>
          <a:xfrm>
            <a:off x="1873631" y="6262865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C)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46A1E-DEC5-0E92-82FB-58995141872C}"/>
              </a:ext>
            </a:extLst>
          </p:cNvPr>
          <p:cNvSpPr txBox="1"/>
          <p:nvPr/>
        </p:nvSpPr>
        <p:spPr>
          <a:xfrm>
            <a:off x="8642732" y="6277444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97881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aph of a graph of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BF768A5C-10C6-2443-21DE-83BDDB9EB3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09" r="35803" b="4787"/>
          <a:stretch/>
        </p:blipFill>
        <p:spPr>
          <a:xfrm>
            <a:off x="8129894" y="648243"/>
            <a:ext cx="8582914" cy="12223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FAE2D1-A10E-81A2-2F57-D4B7A7FF1AC7}"/>
              </a:ext>
            </a:extLst>
          </p:cNvPr>
          <p:cNvSpPr txBox="1"/>
          <p:nvPr/>
        </p:nvSpPr>
        <p:spPr>
          <a:xfrm>
            <a:off x="9489461" y="13375572"/>
            <a:ext cx="3963442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</a:t>
            </a:r>
            <a:r>
              <a:rPr lang="en-US" sz="3200" baseline="-250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200" dirty="0">
              <a:solidFill>
                <a:srgbClr val="4D4D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B6A5A2-CB7B-52CB-C6C6-2D37F9DB30FE}"/>
              </a:ext>
            </a:extLst>
          </p:cNvPr>
          <p:cNvSpPr/>
          <p:nvPr/>
        </p:nvSpPr>
        <p:spPr>
          <a:xfrm>
            <a:off x="7315645" y="1695421"/>
            <a:ext cx="344129" cy="12781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97C62-6DD4-691B-D883-7C6AB4CE0CC1}"/>
              </a:ext>
            </a:extLst>
          </p:cNvPr>
          <p:cNvSpPr txBox="1"/>
          <p:nvPr/>
        </p:nvSpPr>
        <p:spPr>
          <a:xfrm rot="16200000">
            <a:off x="971987" y="6687786"/>
            <a:ext cx="1396034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Photosynthetic efficiency (Fv/Fm)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ADE54F-6B87-FC04-0136-F60605695D89}"/>
              </a:ext>
            </a:extLst>
          </p:cNvPr>
          <p:cNvSpPr txBox="1"/>
          <p:nvPr/>
        </p:nvSpPr>
        <p:spPr>
          <a:xfrm>
            <a:off x="9071115" y="191043"/>
            <a:ext cx="548646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Aposymbiotic corals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295C76-6CE9-9580-75E4-F5AF2C15B9ED}"/>
              </a:ext>
            </a:extLst>
          </p:cNvPr>
          <p:cNvSpPr txBox="1"/>
          <p:nvPr/>
        </p:nvSpPr>
        <p:spPr>
          <a:xfrm>
            <a:off x="9071115" y="6531303"/>
            <a:ext cx="35480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 Symbiotic corals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4C998-153B-9FC6-2A2A-E6DE57C5B93A}"/>
              </a:ext>
            </a:extLst>
          </p:cNvPr>
          <p:cNvSpPr txBox="1"/>
          <p:nvPr/>
        </p:nvSpPr>
        <p:spPr>
          <a:xfrm>
            <a:off x="13260083" y="13376664"/>
            <a:ext cx="2594992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Elevated NO</a:t>
            </a:r>
            <a:r>
              <a:rPr lang="en-US" sz="3200" baseline="-250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200" dirty="0">
              <a:solidFill>
                <a:srgbClr val="4D4D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9C51E2D2-3DA2-D747-F759-6226623287B5}"/>
              </a:ext>
            </a:extLst>
          </p:cNvPr>
          <p:cNvSpPr/>
          <p:nvPr/>
        </p:nvSpPr>
        <p:spPr>
          <a:xfrm rot="16200000">
            <a:off x="14142521" y="11989125"/>
            <a:ext cx="457200" cy="2222076"/>
          </a:xfrm>
          <a:prstGeom prst="leftBracket">
            <a:avLst/>
          </a:prstGeom>
          <a:ln w="38100">
            <a:solidFill>
              <a:srgbClr val="4D4D4D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3318E1A0-A4D7-89A5-57D1-E40AC16241C3}"/>
              </a:ext>
            </a:extLst>
          </p:cNvPr>
          <p:cNvSpPr/>
          <p:nvPr/>
        </p:nvSpPr>
        <p:spPr>
          <a:xfrm rot="16200000">
            <a:off x="10725601" y="11990215"/>
            <a:ext cx="457200" cy="2222078"/>
          </a:xfrm>
          <a:prstGeom prst="leftBracket">
            <a:avLst/>
          </a:prstGeom>
          <a:ln w="38100">
            <a:solidFill>
              <a:srgbClr val="4D4D4D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34BF7-EAE2-69FE-8D20-9FC6C4BF4BE3}"/>
              </a:ext>
            </a:extLst>
          </p:cNvPr>
          <p:cNvSpPr txBox="1"/>
          <p:nvPr/>
        </p:nvSpPr>
        <p:spPr>
          <a:xfrm>
            <a:off x="9285016" y="765924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EA11D-5293-E833-FB06-2541C59CAF39}"/>
              </a:ext>
            </a:extLst>
          </p:cNvPr>
          <p:cNvSpPr txBox="1"/>
          <p:nvPr/>
        </p:nvSpPr>
        <p:spPr>
          <a:xfrm>
            <a:off x="12759794" y="747736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41F55-4A73-0E95-C8B3-D65AEEC0E75F}"/>
              </a:ext>
            </a:extLst>
          </p:cNvPr>
          <p:cNvSpPr txBox="1"/>
          <p:nvPr/>
        </p:nvSpPr>
        <p:spPr>
          <a:xfrm>
            <a:off x="9283474" y="7106184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C)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CD56E-71CE-0991-2FC4-4EE6F38AF748}"/>
              </a:ext>
            </a:extLst>
          </p:cNvPr>
          <p:cNvSpPr txBox="1"/>
          <p:nvPr/>
        </p:nvSpPr>
        <p:spPr>
          <a:xfrm>
            <a:off x="12759794" y="7057759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D)</a:t>
            </a:r>
          </a:p>
        </p:txBody>
      </p:sp>
      <p:pic>
        <p:nvPicPr>
          <p:cNvPr id="62" name="Picture 61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D9720BFF-4C08-C2A6-A75F-B7C7432092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007" t="38202" r="1545" b="53405"/>
          <a:stretch/>
        </p:blipFill>
        <p:spPr>
          <a:xfrm>
            <a:off x="11837003" y="14035838"/>
            <a:ext cx="2761487" cy="129235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71EFC472-7AB7-CCED-9CA4-BFDEB98EBD0B}"/>
              </a:ext>
            </a:extLst>
          </p:cNvPr>
          <p:cNvSpPr txBox="1"/>
          <p:nvPr/>
        </p:nvSpPr>
        <p:spPr>
          <a:xfrm>
            <a:off x="17182928" y="765924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174918-02D2-5DB2-99E9-447EDD10F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2907" y="2410499"/>
            <a:ext cx="17632867" cy="892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37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C0483-26C4-F7CA-8643-E6750D79C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C8A6A4E-93EC-4AF2-1CBC-0D2F7EDBC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7422" y="2432292"/>
            <a:ext cx="18423736" cy="9607308"/>
          </a:xfrm>
          <a:prstGeom prst="rect">
            <a:avLst/>
          </a:prstGeom>
        </p:spPr>
      </p:pic>
      <p:pic>
        <p:nvPicPr>
          <p:cNvPr id="11" name="Picture 10" descr="A diagram of different sizes and colors&#10;&#10;Description automatically generated with medium confidence">
            <a:extLst>
              <a:ext uri="{FF2B5EF4-FFF2-40B4-BE49-F238E27FC236}">
                <a16:creationId xmlns:a16="http://schemas.microsoft.com/office/drawing/2014/main" id="{42EEAD16-6CC5-A027-01B5-3B7EC7B3AA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855" r="39048"/>
          <a:stretch/>
        </p:blipFill>
        <p:spPr>
          <a:xfrm>
            <a:off x="6281195" y="2045410"/>
            <a:ext cx="8743579" cy="126068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EEDE2A-9537-211D-17EB-CBE59B102D4A}"/>
              </a:ext>
            </a:extLst>
          </p:cNvPr>
          <p:cNvSpPr txBox="1"/>
          <p:nvPr/>
        </p:nvSpPr>
        <p:spPr>
          <a:xfrm>
            <a:off x="7520489" y="14991501"/>
            <a:ext cx="3963442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</a:t>
            </a:r>
            <a:r>
              <a:rPr lang="en-US" sz="3200" baseline="-250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200" dirty="0">
              <a:solidFill>
                <a:srgbClr val="4D4D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BCF189-78CD-214D-8D85-9AA5E7FF7217}"/>
              </a:ext>
            </a:extLst>
          </p:cNvPr>
          <p:cNvSpPr/>
          <p:nvPr/>
        </p:nvSpPr>
        <p:spPr>
          <a:xfrm>
            <a:off x="5724890" y="3018962"/>
            <a:ext cx="344129" cy="12781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670DF-87D6-591D-976C-C02F3719C065}"/>
              </a:ext>
            </a:extLst>
          </p:cNvPr>
          <p:cNvSpPr txBox="1"/>
          <p:nvPr/>
        </p:nvSpPr>
        <p:spPr>
          <a:xfrm rot="16200000">
            <a:off x="-618768" y="8011327"/>
            <a:ext cx="1396034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Channel Value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A58596-D9E5-2176-88D0-597D3523FEBE}"/>
              </a:ext>
            </a:extLst>
          </p:cNvPr>
          <p:cNvSpPr txBox="1"/>
          <p:nvPr/>
        </p:nvSpPr>
        <p:spPr>
          <a:xfrm>
            <a:off x="7480360" y="1653685"/>
            <a:ext cx="80071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Symbiotic state: symbiotic vs. aposymbiotic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F76602-BF21-56CE-B9CD-5407C185215D}"/>
              </a:ext>
            </a:extLst>
          </p:cNvPr>
          <p:cNvSpPr txBox="1"/>
          <p:nvPr/>
        </p:nvSpPr>
        <p:spPr>
          <a:xfrm>
            <a:off x="7480360" y="8042103"/>
            <a:ext cx="80071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Feeding treatment: fed vs. starved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B9E7D1-05E9-74D6-5A76-C755578482FE}"/>
              </a:ext>
            </a:extLst>
          </p:cNvPr>
          <p:cNvSpPr txBox="1"/>
          <p:nvPr/>
        </p:nvSpPr>
        <p:spPr>
          <a:xfrm>
            <a:off x="11669328" y="14953340"/>
            <a:ext cx="2594992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Elevated NO</a:t>
            </a:r>
            <a:r>
              <a:rPr lang="en-US" sz="3200" baseline="-250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200" dirty="0">
              <a:solidFill>
                <a:srgbClr val="4D4D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93E9BB2E-4570-DD95-2917-353746CC98EC}"/>
              </a:ext>
            </a:extLst>
          </p:cNvPr>
          <p:cNvSpPr/>
          <p:nvPr/>
        </p:nvSpPr>
        <p:spPr>
          <a:xfrm rot="16200000">
            <a:off x="12541881" y="13611386"/>
            <a:ext cx="457200" cy="2222076"/>
          </a:xfrm>
          <a:prstGeom prst="leftBracket">
            <a:avLst/>
          </a:prstGeom>
          <a:ln w="38100">
            <a:solidFill>
              <a:srgbClr val="4D4D4D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ADEAF51A-E602-8645-FBF1-0120C0821627}"/>
              </a:ext>
            </a:extLst>
          </p:cNvPr>
          <p:cNvSpPr/>
          <p:nvPr/>
        </p:nvSpPr>
        <p:spPr>
          <a:xfrm rot="16200000">
            <a:off x="9176551" y="13613700"/>
            <a:ext cx="457200" cy="2222078"/>
          </a:xfrm>
          <a:prstGeom prst="leftBracket">
            <a:avLst/>
          </a:prstGeom>
          <a:ln w="38100">
            <a:solidFill>
              <a:srgbClr val="4D4D4D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2EF961F1-43BD-45DF-BF06-F5879DB2BF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007" t="38202" r="1545" b="53405"/>
          <a:stretch/>
        </p:blipFill>
        <p:spPr>
          <a:xfrm>
            <a:off x="14434377" y="6608706"/>
            <a:ext cx="2761487" cy="1292352"/>
          </a:xfrm>
          <a:prstGeom prst="rect">
            <a:avLst/>
          </a:prstGeom>
        </p:spPr>
      </p:pic>
      <p:pic>
        <p:nvPicPr>
          <p:cNvPr id="16" name="Picture 15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C0EE2963-FC6E-A0E8-7F76-986CF6215E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753" t="29413" b="62194"/>
          <a:stretch/>
        </p:blipFill>
        <p:spPr>
          <a:xfrm>
            <a:off x="14235659" y="5258655"/>
            <a:ext cx="3158922" cy="129235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8CF00F9-1A16-0167-A049-A3473A19D450}"/>
              </a:ext>
            </a:extLst>
          </p:cNvPr>
          <p:cNvGrpSpPr/>
          <p:nvPr/>
        </p:nvGrpSpPr>
        <p:grpSpPr>
          <a:xfrm>
            <a:off x="14549228" y="8064527"/>
            <a:ext cx="2730500" cy="1168400"/>
            <a:chOff x="15090538" y="8000651"/>
            <a:chExt cx="2730500" cy="116840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A910B2D-0E42-1E35-C276-D4DB6CAA3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090538" y="8000651"/>
              <a:ext cx="2730500" cy="1168400"/>
            </a:xfrm>
            <a:prstGeom prst="rect">
              <a:avLst/>
            </a:prstGeom>
          </p:spPr>
        </p:pic>
        <p:pic>
          <p:nvPicPr>
            <p:cNvPr id="20" name="Picture 19" descr="A graph of a number of different types of oxygen&#10;&#10;Description automatically generated with medium confidence">
              <a:extLst>
                <a:ext uri="{FF2B5EF4-FFF2-40B4-BE49-F238E27FC236}">
                  <a16:creationId xmlns:a16="http://schemas.microsoft.com/office/drawing/2014/main" id="{D11F9E53-4AA6-C151-ABB5-953BD611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9873" t="34917" r="17454" b="62917"/>
            <a:stretch/>
          </p:blipFill>
          <p:spPr>
            <a:xfrm rot="10800000">
              <a:off x="15154898" y="8749678"/>
              <a:ext cx="379562" cy="33355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BC384D6-A676-DA3E-5A89-8A124AC7154C}"/>
              </a:ext>
            </a:extLst>
          </p:cNvPr>
          <p:cNvSpPr txBox="1"/>
          <p:nvPr/>
        </p:nvSpPr>
        <p:spPr>
          <a:xfrm>
            <a:off x="7692719" y="2254492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1804C-A6D1-6F5B-26EE-D4321E0FC441}"/>
              </a:ext>
            </a:extLst>
          </p:cNvPr>
          <p:cNvSpPr txBox="1"/>
          <p:nvPr/>
        </p:nvSpPr>
        <p:spPr>
          <a:xfrm>
            <a:off x="11254392" y="2257987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7C0A2-C148-70CC-972C-FFC494593519}"/>
              </a:ext>
            </a:extLst>
          </p:cNvPr>
          <p:cNvSpPr txBox="1"/>
          <p:nvPr/>
        </p:nvSpPr>
        <p:spPr>
          <a:xfrm>
            <a:off x="7692719" y="8642910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7846E-D5EC-1F1D-3798-DFB0FBA5C03D}"/>
              </a:ext>
            </a:extLst>
          </p:cNvPr>
          <p:cNvSpPr txBox="1"/>
          <p:nvPr/>
        </p:nvSpPr>
        <p:spPr>
          <a:xfrm>
            <a:off x="11254392" y="8709707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29B2A-FB4C-A356-E2EE-B741FBE5EAFB}"/>
              </a:ext>
            </a:extLst>
          </p:cNvPr>
          <p:cNvSpPr txBox="1"/>
          <p:nvPr/>
        </p:nvSpPr>
        <p:spPr>
          <a:xfrm>
            <a:off x="17912940" y="2175999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E)</a:t>
            </a:r>
          </a:p>
        </p:txBody>
      </p:sp>
    </p:spTree>
    <p:extLst>
      <p:ext uri="{BB962C8B-B14F-4D97-AF65-F5344CB8AC3E}">
        <p14:creationId xmlns:p14="http://schemas.microsoft.com/office/powerpoint/2010/main" val="1886712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945DC0D0-E57D-41A9-4BAD-EA8F66AF8204}"/>
              </a:ext>
            </a:extLst>
          </p:cNvPr>
          <p:cNvSpPr/>
          <p:nvPr/>
        </p:nvSpPr>
        <p:spPr>
          <a:xfrm>
            <a:off x="3048000" y="352654"/>
            <a:ext cx="24358600" cy="17391627"/>
          </a:xfrm>
          <a:custGeom>
            <a:avLst/>
            <a:gdLst>
              <a:gd name="connsiteX0" fmla="*/ 0 w 24358600"/>
              <a:gd name="connsiteY0" fmla="*/ 0 h 17391627"/>
              <a:gd name="connsiteX1" fmla="*/ 24358600 w 24358600"/>
              <a:gd name="connsiteY1" fmla="*/ 0 h 17391627"/>
              <a:gd name="connsiteX2" fmla="*/ 24358600 w 24358600"/>
              <a:gd name="connsiteY2" fmla="*/ 17391628 h 17391627"/>
              <a:gd name="connsiteX3" fmla="*/ 0 w 24358600"/>
              <a:gd name="connsiteY3" fmla="*/ 17391628 h 1739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58600" h="17391627">
                <a:moveTo>
                  <a:pt x="0" y="0"/>
                </a:moveTo>
                <a:lnTo>
                  <a:pt x="24358600" y="0"/>
                </a:lnTo>
                <a:lnTo>
                  <a:pt x="24358600" y="17391628"/>
                </a:lnTo>
                <a:lnTo>
                  <a:pt x="0" y="17391628"/>
                </a:lnTo>
                <a:close/>
              </a:path>
            </a:pathLst>
          </a:custGeom>
          <a:noFill/>
          <a:ln w="25800" cap="rnd">
            <a:noFill/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" name="Content Placeholder 4">
            <a:extLst>
              <a:ext uri="{FF2B5EF4-FFF2-40B4-BE49-F238E27FC236}">
                <a16:creationId xmlns:a16="http://schemas.microsoft.com/office/drawing/2014/main" id="{E991D69F-C1F0-B73D-16FF-C356F16E283E}"/>
              </a:ext>
            </a:extLst>
          </p:cNvPr>
          <p:cNvGrpSpPr/>
          <p:nvPr/>
        </p:nvGrpSpPr>
        <p:grpSpPr>
          <a:xfrm>
            <a:off x="11911278" y="1429696"/>
            <a:ext cx="15363465" cy="14991376"/>
            <a:chOff x="11911278" y="1429696"/>
            <a:chExt cx="15363465" cy="14991376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21F907B-C5B8-AED7-1631-C2C134BBBA4F}"/>
                </a:ext>
              </a:extLst>
            </p:cNvPr>
            <p:cNvSpPr/>
            <p:nvPr/>
          </p:nvSpPr>
          <p:spPr>
            <a:xfrm>
              <a:off x="13845000" y="1429696"/>
              <a:ext cx="25803" cy="14991375"/>
            </a:xfrm>
            <a:custGeom>
              <a:avLst/>
              <a:gdLst>
                <a:gd name="connsiteX0" fmla="*/ 0 w 25803"/>
                <a:gd name="connsiteY0" fmla="*/ 14991375 h 14991375"/>
                <a:gd name="connsiteX1" fmla="*/ 0 w 25803"/>
                <a:gd name="connsiteY1" fmla="*/ 0 h 1499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14991375">
                  <a:moveTo>
                    <a:pt x="0" y="14991375"/>
                  </a:moveTo>
                  <a:lnTo>
                    <a:pt x="0" y="0"/>
                  </a:lnTo>
                </a:path>
              </a:pathLst>
            </a:custGeom>
            <a:noFill/>
            <a:ln w="13674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64CEB65-9A2D-5BC5-A1F3-3F661E14B605}"/>
                </a:ext>
              </a:extLst>
            </p:cNvPr>
            <p:cNvSpPr/>
            <p:nvPr/>
          </p:nvSpPr>
          <p:spPr>
            <a:xfrm>
              <a:off x="17726636" y="1429696"/>
              <a:ext cx="25803" cy="14991375"/>
            </a:xfrm>
            <a:custGeom>
              <a:avLst/>
              <a:gdLst>
                <a:gd name="connsiteX0" fmla="*/ 0 w 25803"/>
                <a:gd name="connsiteY0" fmla="*/ 14991375 h 14991375"/>
                <a:gd name="connsiteX1" fmla="*/ 0 w 25803"/>
                <a:gd name="connsiteY1" fmla="*/ 0 h 1499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14991375">
                  <a:moveTo>
                    <a:pt x="0" y="14991375"/>
                  </a:moveTo>
                  <a:lnTo>
                    <a:pt x="0" y="0"/>
                  </a:lnTo>
                </a:path>
              </a:pathLst>
            </a:custGeom>
            <a:noFill/>
            <a:ln w="13674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0BF504A-A42A-1192-1147-A990CE324561}"/>
                </a:ext>
              </a:extLst>
            </p:cNvPr>
            <p:cNvSpPr/>
            <p:nvPr/>
          </p:nvSpPr>
          <p:spPr>
            <a:xfrm>
              <a:off x="21608530" y="1429696"/>
              <a:ext cx="25803" cy="14991375"/>
            </a:xfrm>
            <a:custGeom>
              <a:avLst/>
              <a:gdLst>
                <a:gd name="connsiteX0" fmla="*/ 0 w 25803"/>
                <a:gd name="connsiteY0" fmla="*/ 14991375 h 14991375"/>
                <a:gd name="connsiteX1" fmla="*/ 0 w 25803"/>
                <a:gd name="connsiteY1" fmla="*/ 0 h 1499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14991375">
                  <a:moveTo>
                    <a:pt x="0" y="14991375"/>
                  </a:moveTo>
                  <a:lnTo>
                    <a:pt x="0" y="0"/>
                  </a:lnTo>
                </a:path>
              </a:pathLst>
            </a:custGeom>
            <a:noFill/>
            <a:ln w="13674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B99A058-3847-11D2-E1D2-FE6468F27BAD}"/>
                </a:ext>
              </a:extLst>
            </p:cNvPr>
            <p:cNvSpPr/>
            <p:nvPr/>
          </p:nvSpPr>
          <p:spPr>
            <a:xfrm>
              <a:off x="25490165" y="1429696"/>
              <a:ext cx="25803" cy="14991375"/>
            </a:xfrm>
            <a:custGeom>
              <a:avLst/>
              <a:gdLst>
                <a:gd name="connsiteX0" fmla="*/ 0 w 25803"/>
                <a:gd name="connsiteY0" fmla="*/ 14991375 h 14991375"/>
                <a:gd name="connsiteX1" fmla="*/ 0 w 25803"/>
                <a:gd name="connsiteY1" fmla="*/ 0 h 1499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14991375">
                  <a:moveTo>
                    <a:pt x="0" y="14991375"/>
                  </a:moveTo>
                  <a:lnTo>
                    <a:pt x="0" y="0"/>
                  </a:lnTo>
                </a:path>
              </a:pathLst>
            </a:custGeom>
            <a:noFill/>
            <a:ln w="13674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E8A0529-BB75-A9D6-8DD6-D45790B9C372}"/>
                </a:ext>
              </a:extLst>
            </p:cNvPr>
            <p:cNvSpPr/>
            <p:nvPr/>
          </p:nvSpPr>
          <p:spPr>
            <a:xfrm>
              <a:off x="11911278" y="16141878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6E214C3-5414-4E10-3927-0EBC83167AA0}"/>
                </a:ext>
              </a:extLst>
            </p:cNvPr>
            <p:cNvSpPr/>
            <p:nvPr/>
          </p:nvSpPr>
          <p:spPr>
            <a:xfrm>
              <a:off x="11911278" y="15676121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357BF6-B884-2E39-857D-7895BDF62203}"/>
                </a:ext>
              </a:extLst>
            </p:cNvPr>
            <p:cNvSpPr/>
            <p:nvPr/>
          </p:nvSpPr>
          <p:spPr>
            <a:xfrm>
              <a:off x="11911278" y="15210625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8415923-2604-E96A-2784-B56708391351}"/>
                </a:ext>
              </a:extLst>
            </p:cNvPr>
            <p:cNvSpPr/>
            <p:nvPr/>
          </p:nvSpPr>
          <p:spPr>
            <a:xfrm>
              <a:off x="11911278" y="14745128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8EDE88A-E2E4-5578-FFF9-74AB309F13ED}"/>
                </a:ext>
              </a:extLst>
            </p:cNvPr>
            <p:cNvSpPr/>
            <p:nvPr/>
          </p:nvSpPr>
          <p:spPr>
            <a:xfrm>
              <a:off x="11911278" y="14279372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D96F277-65F7-8E8D-585B-858DA1CB8454}"/>
                </a:ext>
              </a:extLst>
            </p:cNvPr>
            <p:cNvSpPr/>
            <p:nvPr/>
          </p:nvSpPr>
          <p:spPr>
            <a:xfrm>
              <a:off x="11911278" y="13813876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F337FCC-63DF-FF5B-6C26-89D7A3E759F6}"/>
                </a:ext>
              </a:extLst>
            </p:cNvPr>
            <p:cNvSpPr/>
            <p:nvPr/>
          </p:nvSpPr>
          <p:spPr>
            <a:xfrm>
              <a:off x="11911278" y="13348379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5B8ECCA-CD7D-E4B3-CB1A-4CE660A49C16}"/>
                </a:ext>
              </a:extLst>
            </p:cNvPr>
            <p:cNvSpPr/>
            <p:nvPr/>
          </p:nvSpPr>
          <p:spPr>
            <a:xfrm>
              <a:off x="11911278" y="12882882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5D4A82A-895D-6B0D-A61E-52D96FD9585F}"/>
                </a:ext>
              </a:extLst>
            </p:cNvPr>
            <p:cNvSpPr/>
            <p:nvPr/>
          </p:nvSpPr>
          <p:spPr>
            <a:xfrm>
              <a:off x="11911278" y="12417127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53B79EF-B8B5-456B-6771-8BE7E0BDFA00}"/>
                </a:ext>
              </a:extLst>
            </p:cNvPr>
            <p:cNvSpPr/>
            <p:nvPr/>
          </p:nvSpPr>
          <p:spPr>
            <a:xfrm>
              <a:off x="11911278" y="11951630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66CDEC5-9F10-6E29-8D41-B0B376606247}"/>
                </a:ext>
              </a:extLst>
            </p:cNvPr>
            <p:cNvSpPr/>
            <p:nvPr/>
          </p:nvSpPr>
          <p:spPr>
            <a:xfrm>
              <a:off x="11911278" y="11486133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C393366-F455-A3EC-3086-760669E56FA9}"/>
                </a:ext>
              </a:extLst>
            </p:cNvPr>
            <p:cNvSpPr/>
            <p:nvPr/>
          </p:nvSpPr>
          <p:spPr>
            <a:xfrm>
              <a:off x="11911278" y="11020379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B44D43D-194C-A464-A241-2F13693CAD36}"/>
                </a:ext>
              </a:extLst>
            </p:cNvPr>
            <p:cNvSpPr/>
            <p:nvPr/>
          </p:nvSpPr>
          <p:spPr>
            <a:xfrm>
              <a:off x="11911278" y="10554881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37D092D-20CC-22DD-22CC-9FC2A929C472}"/>
                </a:ext>
              </a:extLst>
            </p:cNvPr>
            <p:cNvSpPr/>
            <p:nvPr/>
          </p:nvSpPr>
          <p:spPr>
            <a:xfrm>
              <a:off x="11911278" y="10089384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B4ECDF0-18BB-71C6-25F8-F32C732FD6B6}"/>
                </a:ext>
              </a:extLst>
            </p:cNvPr>
            <p:cNvSpPr/>
            <p:nvPr/>
          </p:nvSpPr>
          <p:spPr>
            <a:xfrm>
              <a:off x="11911278" y="9623629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C94199F-ECEB-0E35-5D92-722878D0387F}"/>
                </a:ext>
              </a:extLst>
            </p:cNvPr>
            <p:cNvSpPr/>
            <p:nvPr/>
          </p:nvSpPr>
          <p:spPr>
            <a:xfrm>
              <a:off x="11911278" y="9158132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57F2C26-F733-6BF2-44DB-2D609714D1CC}"/>
                </a:ext>
              </a:extLst>
            </p:cNvPr>
            <p:cNvSpPr/>
            <p:nvPr/>
          </p:nvSpPr>
          <p:spPr>
            <a:xfrm>
              <a:off x="11911278" y="8692635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65DEBE4-230B-93D5-0ECA-56F561904E5E}"/>
                </a:ext>
              </a:extLst>
            </p:cNvPr>
            <p:cNvSpPr/>
            <p:nvPr/>
          </p:nvSpPr>
          <p:spPr>
            <a:xfrm>
              <a:off x="11911278" y="8227139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27CC93F-F5B2-F5C8-0A77-3940258B9260}"/>
                </a:ext>
              </a:extLst>
            </p:cNvPr>
            <p:cNvSpPr/>
            <p:nvPr/>
          </p:nvSpPr>
          <p:spPr>
            <a:xfrm>
              <a:off x="11911278" y="7761383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D5E6B9F-63FD-F2FC-B044-79A7FBEBE2E6}"/>
                </a:ext>
              </a:extLst>
            </p:cNvPr>
            <p:cNvSpPr/>
            <p:nvPr/>
          </p:nvSpPr>
          <p:spPr>
            <a:xfrm>
              <a:off x="11911278" y="7295886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037A45B-1418-E991-27A7-A1B9ED7A9C17}"/>
                </a:ext>
              </a:extLst>
            </p:cNvPr>
            <p:cNvSpPr/>
            <p:nvPr/>
          </p:nvSpPr>
          <p:spPr>
            <a:xfrm>
              <a:off x="11911278" y="6830389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4FDDFA3-F739-043D-D587-7D52FEEBB673}"/>
                </a:ext>
              </a:extLst>
            </p:cNvPr>
            <p:cNvSpPr/>
            <p:nvPr/>
          </p:nvSpPr>
          <p:spPr>
            <a:xfrm>
              <a:off x="11911278" y="6364635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B02597A5-DAC4-A88C-2F93-B10BCFDEE1EE}"/>
                </a:ext>
              </a:extLst>
            </p:cNvPr>
            <p:cNvSpPr/>
            <p:nvPr/>
          </p:nvSpPr>
          <p:spPr>
            <a:xfrm>
              <a:off x="11911278" y="5899137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3E4ACAE4-FE35-7A20-FA0A-BE8DCFD4F875}"/>
                </a:ext>
              </a:extLst>
            </p:cNvPr>
            <p:cNvSpPr/>
            <p:nvPr/>
          </p:nvSpPr>
          <p:spPr>
            <a:xfrm>
              <a:off x="11911278" y="5433641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64E0A34-CA8C-E940-55A6-009602962F21}"/>
                </a:ext>
              </a:extLst>
            </p:cNvPr>
            <p:cNvSpPr/>
            <p:nvPr/>
          </p:nvSpPr>
          <p:spPr>
            <a:xfrm>
              <a:off x="11911278" y="4968143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E6527BD-EC4E-AA40-6196-627527540879}"/>
                </a:ext>
              </a:extLst>
            </p:cNvPr>
            <p:cNvSpPr/>
            <p:nvPr/>
          </p:nvSpPr>
          <p:spPr>
            <a:xfrm>
              <a:off x="11911278" y="4502389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26ACE0A-606E-42BC-0E93-FAF2800706EA}"/>
                </a:ext>
              </a:extLst>
            </p:cNvPr>
            <p:cNvSpPr/>
            <p:nvPr/>
          </p:nvSpPr>
          <p:spPr>
            <a:xfrm>
              <a:off x="11911278" y="4036892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2876BE3-AF80-D855-5C14-810B0AF2BEFA}"/>
                </a:ext>
              </a:extLst>
            </p:cNvPr>
            <p:cNvSpPr/>
            <p:nvPr/>
          </p:nvSpPr>
          <p:spPr>
            <a:xfrm>
              <a:off x="11911278" y="3571395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922B69A-4330-7FD2-8C44-81474EECFB29}"/>
                </a:ext>
              </a:extLst>
            </p:cNvPr>
            <p:cNvSpPr/>
            <p:nvPr/>
          </p:nvSpPr>
          <p:spPr>
            <a:xfrm>
              <a:off x="11911278" y="3105640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9F9ED4FF-8089-0DBC-7FCF-6767FE0EF82E}"/>
                </a:ext>
              </a:extLst>
            </p:cNvPr>
            <p:cNvSpPr/>
            <p:nvPr/>
          </p:nvSpPr>
          <p:spPr>
            <a:xfrm>
              <a:off x="11911278" y="2640143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AE8D834E-DB28-9791-31A6-15B47C99133B}"/>
                </a:ext>
              </a:extLst>
            </p:cNvPr>
            <p:cNvSpPr/>
            <p:nvPr/>
          </p:nvSpPr>
          <p:spPr>
            <a:xfrm>
              <a:off x="11911278" y="2174646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C82C90A-7682-81E7-AEC8-FE60C1F6DF0B}"/>
                </a:ext>
              </a:extLst>
            </p:cNvPr>
            <p:cNvSpPr/>
            <p:nvPr/>
          </p:nvSpPr>
          <p:spPr>
            <a:xfrm>
              <a:off x="11911278" y="1708891"/>
              <a:ext cx="15363465" cy="25803"/>
            </a:xfrm>
            <a:custGeom>
              <a:avLst/>
              <a:gdLst>
                <a:gd name="connsiteX0" fmla="*/ 0 w 15363465"/>
                <a:gd name="connsiteY0" fmla="*/ 0 h 25803"/>
                <a:gd name="connsiteX1" fmla="*/ 15363465 w 153634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63465" h="25803">
                  <a:moveTo>
                    <a:pt x="0" y="0"/>
                  </a:moveTo>
                  <a:lnTo>
                    <a:pt x="15363465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33CD7504-7EFE-86F6-AAB5-99449082FFE1}"/>
                </a:ext>
              </a:extLst>
            </p:cNvPr>
            <p:cNvSpPr/>
            <p:nvPr/>
          </p:nvSpPr>
          <p:spPr>
            <a:xfrm>
              <a:off x="15785690" y="1429696"/>
              <a:ext cx="25803" cy="14991375"/>
            </a:xfrm>
            <a:custGeom>
              <a:avLst/>
              <a:gdLst>
                <a:gd name="connsiteX0" fmla="*/ 0 w 25803"/>
                <a:gd name="connsiteY0" fmla="*/ 14991375 h 14991375"/>
                <a:gd name="connsiteX1" fmla="*/ 0 w 25803"/>
                <a:gd name="connsiteY1" fmla="*/ 0 h 1499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14991375">
                  <a:moveTo>
                    <a:pt x="0" y="14991375"/>
                  </a:moveTo>
                  <a:lnTo>
                    <a:pt x="0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D0F0C0A-1E7A-CC65-9935-64599939D300}"/>
                </a:ext>
              </a:extLst>
            </p:cNvPr>
            <p:cNvSpPr/>
            <p:nvPr/>
          </p:nvSpPr>
          <p:spPr>
            <a:xfrm>
              <a:off x="19667584" y="1429696"/>
              <a:ext cx="25803" cy="14991375"/>
            </a:xfrm>
            <a:custGeom>
              <a:avLst/>
              <a:gdLst>
                <a:gd name="connsiteX0" fmla="*/ 0 w 25803"/>
                <a:gd name="connsiteY0" fmla="*/ 14991375 h 14991375"/>
                <a:gd name="connsiteX1" fmla="*/ 0 w 25803"/>
                <a:gd name="connsiteY1" fmla="*/ 0 h 1499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14991375">
                  <a:moveTo>
                    <a:pt x="0" y="14991375"/>
                  </a:moveTo>
                  <a:lnTo>
                    <a:pt x="0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14451A32-DED3-4143-30F1-AC6BD0145940}"/>
                </a:ext>
              </a:extLst>
            </p:cNvPr>
            <p:cNvSpPr/>
            <p:nvPr/>
          </p:nvSpPr>
          <p:spPr>
            <a:xfrm>
              <a:off x="23549219" y="1429696"/>
              <a:ext cx="25803" cy="14991375"/>
            </a:xfrm>
            <a:custGeom>
              <a:avLst/>
              <a:gdLst>
                <a:gd name="connsiteX0" fmla="*/ 0 w 25803"/>
                <a:gd name="connsiteY0" fmla="*/ 14991375 h 14991375"/>
                <a:gd name="connsiteX1" fmla="*/ 0 w 25803"/>
                <a:gd name="connsiteY1" fmla="*/ 0 h 1499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14991375">
                  <a:moveTo>
                    <a:pt x="0" y="14991375"/>
                  </a:moveTo>
                  <a:lnTo>
                    <a:pt x="0" y="0"/>
                  </a:lnTo>
                </a:path>
              </a:pathLst>
            </a:custGeom>
            <a:noFill/>
            <a:ln w="27606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ED70F248-7040-DF3A-85FC-4C0906F78275}"/>
                </a:ext>
              </a:extLst>
            </p:cNvPr>
            <p:cNvSpPr/>
            <p:nvPr/>
          </p:nvSpPr>
          <p:spPr>
            <a:xfrm>
              <a:off x="23562379" y="16141878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E247A5E2-BADA-211D-7DAA-57EB7055B645}"/>
                </a:ext>
              </a:extLst>
            </p:cNvPr>
            <p:cNvSpPr/>
            <p:nvPr/>
          </p:nvSpPr>
          <p:spPr>
            <a:xfrm>
              <a:off x="22472692" y="16141878"/>
              <a:ext cx="1089687" cy="25803"/>
            </a:xfrm>
            <a:custGeom>
              <a:avLst/>
              <a:gdLst>
                <a:gd name="connsiteX0" fmla="*/ 1089687 w 1089687"/>
                <a:gd name="connsiteY0" fmla="*/ 0 h 25803"/>
                <a:gd name="connsiteX1" fmla="*/ 0 w 1089687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687" h="25803">
                  <a:moveTo>
                    <a:pt x="1089687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25B47C8-CD98-C34F-B84A-DD934CCB6174}"/>
                </a:ext>
              </a:extLst>
            </p:cNvPr>
            <p:cNvSpPr/>
            <p:nvPr/>
          </p:nvSpPr>
          <p:spPr>
            <a:xfrm>
              <a:off x="22472692" y="16141878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22D9E80-FDAE-3563-1176-1CEFC4BF0B0B}"/>
                </a:ext>
              </a:extLst>
            </p:cNvPr>
            <p:cNvSpPr/>
            <p:nvPr/>
          </p:nvSpPr>
          <p:spPr>
            <a:xfrm>
              <a:off x="21218638" y="170889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24AE4C1D-B3BD-6D39-64B7-C5ADBA88D22A}"/>
                </a:ext>
              </a:extLst>
            </p:cNvPr>
            <p:cNvSpPr/>
            <p:nvPr/>
          </p:nvSpPr>
          <p:spPr>
            <a:xfrm>
              <a:off x="19172928" y="1708891"/>
              <a:ext cx="2045710" cy="25803"/>
            </a:xfrm>
            <a:custGeom>
              <a:avLst/>
              <a:gdLst>
                <a:gd name="connsiteX0" fmla="*/ 2045710 w 2045710"/>
                <a:gd name="connsiteY0" fmla="*/ 0 h 25803"/>
                <a:gd name="connsiteX1" fmla="*/ 0 w 2045710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10" h="25803">
                  <a:moveTo>
                    <a:pt x="204571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281771FA-6664-FC46-33F1-4BDCD4D61440}"/>
                </a:ext>
              </a:extLst>
            </p:cNvPr>
            <p:cNvSpPr/>
            <p:nvPr/>
          </p:nvSpPr>
          <p:spPr>
            <a:xfrm>
              <a:off x="19172928" y="170889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BC0FB90-B80C-0781-3176-A835A5455EBC}"/>
                </a:ext>
              </a:extLst>
            </p:cNvPr>
            <p:cNvSpPr/>
            <p:nvPr/>
          </p:nvSpPr>
          <p:spPr>
            <a:xfrm>
              <a:off x="19571852" y="5899137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0652EF9-6875-5214-5E0D-1B5ABB0C34D5}"/>
                </a:ext>
              </a:extLst>
            </p:cNvPr>
            <p:cNvSpPr/>
            <p:nvPr/>
          </p:nvSpPr>
          <p:spPr>
            <a:xfrm>
              <a:off x="18280382" y="5899137"/>
              <a:ext cx="1291469" cy="25803"/>
            </a:xfrm>
            <a:custGeom>
              <a:avLst/>
              <a:gdLst>
                <a:gd name="connsiteX0" fmla="*/ 1291470 w 1291469"/>
                <a:gd name="connsiteY0" fmla="*/ 0 h 25803"/>
                <a:gd name="connsiteX1" fmla="*/ 0 w 1291469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1469" h="25803">
                  <a:moveTo>
                    <a:pt x="129147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3F19C0C8-B450-3A7A-C9EC-D68CE51A1F4B}"/>
                </a:ext>
              </a:extLst>
            </p:cNvPr>
            <p:cNvSpPr/>
            <p:nvPr/>
          </p:nvSpPr>
          <p:spPr>
            <a:xfrm>
              <a:off x="18280382" y="5899137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925D3326-F0C3-F25F-EDF1-4DCBF590FB9B}"/>
                </a:ext>
              </a:extLst>
            </p:cNvPr>
            <p:cNvSpPr/>
            <p:nvPr/>
          </p:nvSpPr>
          <p:spPr>
            <a:xfrm>
              <a:off x="20693535" y="1055488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AAA55B69-0F6E-8502-46CC-1C6ECC1DF397}"/>
                </a:ext>
              </a:extLst>
            </p:cNvPr>
            <p:cNvSpPr/>
            <p:nvPr/>
          </p:nvSpPr>
          <p:spPr>
            <a:xfrm>
              <a:off x="19382969" y="10554881"/>
              <a:ext cx="1310565" cy="25803"/>
            </a:xfrm>
            <a:custGeom>
              <a:avLst/>
              <a:gdLst>
                <a:gd name="connsiteX0" fmla="*/ 1310566 w 1310565"/>
                <a:gd name="connsiteY0" fmla="*/ 0 h 25803"/>
                <a:gd name="connsiteX1" fmla="*/ 0 w 131056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0565" h="25803">
                  <a:moveTo>
                    <a:pt x="1310566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62393E26-6ACF-7AE3-A50F-6903595F5BEA}"/>
                </a:ext>
              </a:extLst>
            </p:cNvPr>
            <p:cNvSpPr/>
            <p:nvPr/>
          </p:nvSpPr>
          <p:spPr>
            <a:xfrm>
              <a:off x="19382969" y="1055488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C47EFC84-B77C-F465-A7A2-0CA4920152D6}"/>
                </a:ext>
              </a:extLst>
            </p:cNvPr>
            <p:cNvSpPr/>
            <p:nvPr/>
          </p:nvSpPr>
          <p:spPr>
            <a:xfrm>
              <a:off x="20583870" y="962362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238E55F2-6691-ECA2-F077-14351F1DC797}"/>
                </a:ext>
              </a:extLst>
            </p:cNvPr>
            <p:cNvSpPr/>
            <p:nvPr/>
          </p:nvSpPr>
          <p:spPr>
            <a:xfrm>
              <a:off x="19201571" y="9623629"/>
              <a:ext cx="1382299" cy="25803"/>
            </a:xfrm>
            <a:custGeom>
              <a:avLst/>
              <a:gdLst>
                <a:gd name="connsiteX0" fmla="*/ 1382299 w 1382299"/>
                <a:gd name="connsiteY0" fmla="*/ 0 h 25803"/>
                <a:gd name="connsiteX1" fmla="*/ 0 w 1382299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2299" h="25803">
                  <a:moveTo>
                    <a:pt x="1382299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F1D627AF-CFA8-2DB0-1CC2-D04A505C5B3F}"/>
                </a:ext>
              </a:extLst>
            </p:cNvPr>
            <p:cNvSpPr/>
            <p:nvPr/>
          </p:nvSpPr>
          <p:spPr>
            <a:xfrm>
              <a:off x="19201571" y="962362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D088B34-B428-9A20-471C-B1C5D9BD032B}"/>
                </a:ext>
              </a:extLst>
            </p:cNvPr>
            <p:cNvSpPr/>
            <p:nvPr/>
          </p:nvSpPr>
          <p:spPr>
            <a:xfrm>
              <a:off x="20802942" y="12417127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563CA4A-2E38-5F06-3DAD-4AAE41F8DBA4}"/>
                </a:ext>
              </a:extLst>
            </p:cNvPr>
            <p:cNvSpPr/>
            <p:nvPr/>
          </p:nvSpPr>
          <p:spPr>
            <a:xfrm>
              <a:off x="19443092" y="12417127"/>
              <a:ext cx="1359850" cy="25803"/>
            </a:xfrm>
            <a:custGeom>
              <a:avLst/>
              <a:gdLst>
                <a:gd name="connsiteX0" fmla="*/ 1359850 w 1359850"/>
                <a:gd name="connsiteY0" fmla="*/ 0 h 25803"/>
                <a:gd name="connsiteX1" fmla="*/ 0 w 1359850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59850" h="25803">
                  <a:moveTo>
                    <a:pt x="135985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3E73C33-E490-D5AA-864D-7CBCB57613F0}"/>
                </a:ext>
              </a:extLst>
            </p:cNvPr>
            <p:cNvSpPr/>
            <p:nvPr/>
          </p:nvSpPr>
          <p:spPr>
            <a:xfrm>
              <a:off x="19443092" y="12417127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A91933C-8807-D9E6-5225-0B0F136DFE5B}"/>
                </a:ext>
              </a:extLst>
            </p:cNvPr>
            <p:cNvSpPr/>
            <p:nvPr/>
          </p:nvSpPr>
          <p:spPr>
            <a:xfrm>
              <a:off x="21375008" y="217464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A0B03A5-A258-853C-95B0-F73AC72E029A}"/>
                </a:ext>
              </a:extLst>
            </p:cNvPr>
            <p:cNvSpPr/>
            <p:nvPr/>
          </p:nvSpPr>
          <p:spPr>
            <a:xfrm>
              <a:off x="18130205" y="2174646"/>
              <a:ext cx="3244802" cy="25803"/>
            </a:xfrm>
            <a:custGeom>
              <a:avLst/>
              <a:gdLst>
                <a:gd name="connsiteX0" fmla="*/ 3244803 w 3244802"/>
                <a:gd name="connsiteY0" fmla="*/ 0 h 25803"/>
                <a:gd name="connsiteX1" fmla="*/ 0 w 3244802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44802" h="25803">
                  <a:moveTo>
                    <a:pt x="3244803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FC515C8-F53C-6351-9499-4A9D53F634BA}"/>
                </a:ext>
              </a:extLst>
            </p:cNvPr>
            <p:cNvSpPr/>
            <p:nvPr/>
          </p:nvSpPr>
          <p:spPr>
            <a:xfrm>
              <a:off x="18130205" y="217464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58400DD-AABC-AE21-3C22-495E40B3D9CB}"/>
                </a:ext>
              </a:extLst>
            </p:cNvPr>
            <p:cNvSpPr/>
            <p:nvPr/>
          </p:nvSpPr>
          <p:spPr>
            <a:xfrm>
              <a:off x="21015822" y="1102037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0BD642-6FDB-126D-AB84-CDCC9835D1D5}"/>
                </a:ext>
              </a:extLst>
            </p:cNvPr>
            <p:cNvSpPr/>
            <p:nvPr/>
          </p:nvSpPr>
          <p:spPr>
            <a:xfrm>
              <a:off x="17551688" y="11020379"/>
              <a:ext cx="3464133" cy="25803"/>
            </a:xfrm>
            <a:custGeom>
              <a:avLst/>
              <a:gdLst>
                <a:gd name="connsiteX0" fmla="*/ 3464134 w 3464133"/>
                <a:gd name="connsiteY0" fmla="*/ 0 h 25803"/>
                <a:gd name="connsiteX1" fmla="*/ 0 w 346413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64133" h="25803">
                  <a:moveTo>
                    <a:pt x="3464134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2FE2E2A0-9024-76D6-DC8E-69B8C6E15197}"/>
                </a:ext>
              </a:extLst>
            </p:cNvPr>
            <p:cNvSpPr/>
            <p:nvPr/>
          </p:nvSpPr>
          <p:spPr>
            <a:xfrm>
              <a:off x="17551688" y="1102037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6FA3439-AB97-008D-4FA2-D381E8CDC78B}"/>
                </a:ext>
              </a:extLst>
            </p:cNvPr>
            <p:cNvSpPr/>
            <p:nvPr/>
          </p:nvSpPr>
          <p:spPr>
            <a:xfrm>
              <a:off x="20819972" y="10089384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9EB87E3E-0B8B-6BF6-EE3D-AF6460EEECA2}"/>
                </a:ext>
              </a:extLst>
            </p:cNvPr>
            <p:cNvSpPr/>
            <p:nvPr/>
          </p:nvSpPr>
          <p:spPr>
            <a:xfrm>
              <a:off x="17964546" y="10089384"/>
              <a:ext cx="2855425" cy="25803"/>
            </a:xfrm>
            <a:custGeom>
              <a:avLst/>
              <a:gdLst>
                <a:gd name="connsiteX0" fmla="*/ 2855426 w 2855425"/>
                <a:gd name="connsiteY0" fmla="*/ 0 h 25803"/>
                <a:gd name="connsiteX1" fmla="*/ 0 w 285542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5425" h="25803">
                  <a:moveTo>
                    <a:pt x="2855426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7635D28F-B327-B675-81B8-1FDD8B68CE71}"/>
                </a:ext>
              </a:extLst>
            </p:cNvPr>
            <p:cNvSpPr/>
            <p:nvPr/>
          </p:nvSpPr>
          <p:spPr>
            <a:xfrm>
              <a:off x="17964546" y="10089384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017024D0-B910-C6C7-7B13-C0AB3D538A82}"/>
                </a:ext>
              </a:extLst>
            </p:cNvPr>
            <p:cNvSpPr/>
            <p:nvPr/>
          </p:nvSpPr>
          <p:spPr>
            <a:xfrm>
              <a:off x="22571779" y="1427937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8009B1BF-5E9D-39BA-8D22-A460707E7AB3}"/>
                </a:ext>
              </a:extLst>
            </p:cNvPr>
            <p:cNvSpPr/>
            <p:nvPr/>
          </p:nvSpPr>
          <p:spPr>
            <a:xfrm>
              <a:off x="19471992" y="14279372"/>
              <a:ext cx="3099786" cy="25803"/>
            </a:xfrm>
            <a:custGeom>
              <a:avLst/>
              <a:gdLst>
                <a:gd name="connsiteX0" fmla="*/ 3099787 w 3099786"/>
                <a:gd name="connsiteY0" fmla="*/ 0 h 25803"/>
                <a:gd name="connsiteX1" fmla="*/ 0 w 3099786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99786" h="25803">
                  <a:moveTo>
                    <a:pt x="3099787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3ED8954B-A9BA-DB05-F228-9BE71FB12BA5}"/>
                </a:ext>
              </a:extLst>
            </p:cNvPr>
            <p:cNvSpPr/>
            <p:nvPr/>
          </p:nvSpPr>
          <p:spPr>
            <a:xfrm>
              <a:off x="19471992" y="1427937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E3FCEE9F-1098-F193-CC5A-8AC1AD64F69D}"/>
                </a:ext>
              </a:extLst>
            </p:cNvPr>
            <p:cNvSpPr/>
            <p:nvPr/>
          </p:nvSpPr>
          <p:spPr>
            <a:xfrm>
              <a:off x="21107424" y="776138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7076154-04BB-B2C7-79E1-786915897C8A}"/>
                </a:ext>
              </a:extLst>
            </p:cNvPr>
            <p:cNvSpPr/>
            <p:nvPr/>
          </p:nvSpPr>
          <p:spPr>
            <a:xfrm>
              <a:off x="19200279" y="7761383"/>
              <a:ext cx="1907145" cy="25803"/>
            </a:xfrm>
            <a:custGeom>
              <a:avLst/>
              <a:gdLst>
                <a:gd name="connsiteX0" fmla="*/ 1907145 w 1907145"/>
                <a:gd name="connsiteY0" fmla="*/ 0 h 25803"/>
                <a:gd name="connsiteX1" fmla="*/ 0 w 190714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7145" h="25803">
                  <a:moveTo>
                    <a:pt x="1907145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2CAD7ECC-EBC8-7619-23A9-367D805F791A}"/>
                </a:ext>
              </a:extLst>
            </p:cNvPr>
            <p:cNvSpPr/>
            <p:nvPr/>
          </p:nvSpPr>
          <p:spPr>
            <a:xfrm>
              <a:off x="19200279" y="776138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9AD12248-8F0D-0E82-804C-A4F9E4C4E480}"/>
                </a:ext>
              </a:extLst>
            </p:cNvPr>
            <p:cNvSpPr/>
            <p:nvPr/>
          </p:nvSpPr>
          <p:spPr>
            <a:xfrm>
              <a:off x="20697921" y="683038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A8C9B9B7-7FDB-478A-B654-A1F88CA5C71F}"/>
                </a:ext>
              </a:extLst>
            </p:cNvPr>
            <p:cNvSpPr/>
            <p:nvPr/>
          </p:nvSpPr>
          <p:spPr>
            <a:xfrm>
              <a:off x="18916698" y="6830389"/>
              <a:ext cx="1781223" cy="25803"/>
            </a:xfrm>
            <a:custGeom>
              <a:avLst/>
              <a:gdLst>
                <a:gd name="connsiteX0" fmla="*/ 1781223 w 1781223"/>
                <a:gd name="connsiteY0" fmla="*/ 0 h 25803"/>
                <a:gd name="connsiteX1" fmla="*/ 0 w 178122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81223" h="25803">
                  <a:moveTo>
                    <a:pt x="1781223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3D8DDDAE-65C6-DF2A-ECC9-274FF3EF12FD}"/>
                </a:ext>
              </a:extLst>
            </p:cNvPr>
            <p:cNvSpPr/>
            <p:nvPr/>
          </p:nvSpPr>
          <p:spPr>
            <a:xfrm>
              <a:off x="18916698" y="683038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288C9999-8B80-0C2C-39EE-1BF6C94A558C}"/>
                </a:ext>
              </a:extLst>
            </p:cNvPr>
            <p:cNvSpPr/>
            <p:nvPr/>
          </p:nvSpPr>
          <p:spPr>
            <a:xfrm>
              <a:off x="20978665" y="636463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6C7DDF4E-AE11-84BB-B0A2-9F6A57B9233A}"/>
                </a:ext>
              </a:extLst>
            </p:cNvPr>
            <p:cNvSpPr/>
            <p:nvPr/>
          </p:nvSpPr>
          <p:spPr>
            <a:xfrm>
              <a:off x="19127256" y="6364635"/>
              <a:ext cx="1851408" cy="25803"/>
            </a:xfrm>
            <a:custGeom>
              <a:avLst/>
              <a:gdLst>
                <a:gd name="connsiteX0" fmla="*/ 1851408 w 1851408"/>
                <a:gd name="connsiteY0" fmla="*/ 0 h 25803"/>
                <a:gd name="connsiteX1" fmla="*/ 0 w 1851408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408" h="25803">
                  <a:moveTo>
                    <a:pt x="1851408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F5A5F56D-4EB5-4F1F-7D8A-8F796FBDA45C}"/>
                </a:ext>
              </a:extLst>
            </p:cNvPr>
            <p:cNvSpPr/>
            <p:nvPr/>
          </p:nvSpPr>
          <p:spPr>
            <a:xfrm>
              <a:off x="19127256" y="636463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5D54C485-D756-3CC5-8A1E-E9BDE993F432}"/>
                </a:ext>
              </a:extLst>
            </p:cNvPr>
            <p:cNvSpPr/>
            <p:nvPr/>
          </p:nvSpPr>
          <p:spPr>
            <a:xfrm>
              <a:off x="20249971" y="1148613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92E99096-00CC-2523-24E1-2B28E4BE46ED}"/>
                </a:ext>
              </a:extLst>
            </p:cNvPr>
            <p:cNvSpPr/>
            <p:nvPr/>
          </p:nvSpPr>
          <p:spPr>
            <a:xfrm>
              <a:off x="18348504" y="11486133"/>
              <a:ext cx="1901467" cy="25803"/>
            </a:xfrm>
            <a:custGeom>
              <a:avLst/>
              <a:gdLst>
                <a:gd name="connsiteX0" fmla="*/ 1901468 w 1901467"/>
                <a:gd name="connsiteY0" fmla="*/ 0 h 25803"/>
                <a:gd name="connsiteX1" fmla="*/ 0 w 1901467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1467" h="25803">
                  <a:moveTo>
                    <a:pt x="1901468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8F253C5B-C28F-8F4E-D019-646AD68EAFD9}"/>
                </a:ext>
              </a:extLst>
            </p:cNvPr>
            <p:cNvSpPr/>
            <p:nvPr/>
          </p:nvSpPr>
          <p:spPr>
            <a:xfrm>
              <a:off x="18348504" y="1148613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1F4D1993-6B28-4892-4C5D-6E21C643B5C5}"/>
                </a:ext>
              </a:extLst>
            </p:cNvPr>
            <p:cNvSpPr/>
            <p:nvPr/>
          </p:nvSpPr>
          <p:spPr>
            <a:xfrm>
              <a:off x="20791072" y="1334837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2E82061C-CCB0-5741-A51A-CC71A1E4AF4A}"/>
                </a:ext>
              </a:extLst>
            </p:cNvPr>
            <p:cNvSpPr/>
            <p:nvPr/>
          </p:nvSpPr>
          <p:spPr>
            <a:xfrm>
              <a:off x="18957726" y="13348379"/>
              <a:ext cx="1833345" cy="25803"/>
            </a:xfrm>
            <a:custGeom>
              <a:avLst/>
              <a:gdLst>
                <a:gd name="connsiteX0" fmla="*/ 1833346 w 1833345"/>
                <a:gd name="connsiteY0" fmla="*/ 0 h 25803"/>
                <a:gd name="connsiteX1" fmla="*/ 0 w 183334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33345" h="25803">
                  <a:moveTo>
                    <a:pt x="1833346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3F3ECC7A-3FC6-61BE-4DF3-4B355D6F27AD}"/>
                </a:ext>
              </a:extLst>
            </p:cNvPr>
            <p:cNvSpPr/>
            <p:nvPr/>
          </p:nvSpPr>
          <p:spPr>
            <a:xfrm>
              <a:off x="18957726" y="1334837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0C3BDA1-96A9-2797-A99E-0BEE37760E3E}"/>
                </a:ext>
              </a:extLst>
            </p:cNvPr>
            <p:cNvSpPr/>
            <p:nvPr/>
          </p:nvSpPr>
          <p:spPr>
            <a:xfrm>
              <a:off x="20418468" y="1288288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C611B65-CE88-21C0-8D85-A1480FE632B5}"/>
                </a:ext>
              </a:extLst>
            </p:cNvPr>
            <p:cNvSpPr/>
            <p:nvPr/>
          </p:nvSpPr>
          <p:spPr>
            <a:xfrm>
              <a:off x="18542287" y="12882882"/>
              <a:ext cx="1876180" cy="25803"/>
            </a:xfrm>
            <a:custGeom>
              <a:avLst/>
              <a:gdLst>
                <a:gd name="connsiteX0" fmla="*/ 1876181 w 1876180"/>
                <a:gd name="connsiteY0" fmla="*/ 0 h 25803"/>
                <a:gd name="connsiteX1" fmla="*/ 0 w 1876180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6180" h="25803">
                  <a:moveTo>
                    <a:pt x="1876181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C72FF39B-50D3-A2F6-C806-EBAE60D0F795}"/>
                </a:ext>
              </a:extLst>
            </p:cNvPr>
            <p:cNvSpPr/>
            <p:nvPr/>
          </p:nvSpPr>
          <p:spPr>
            <a:xfrm>
              <a:off x="18542287" y="1288288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937A19D0-4CDF-5FC6-C59F-737FAEDEFA75}"/>
                </a:ext>
              </a:extLst>
            </p:cNvPr>
            <p:cNvSpPr/>
            <p:nvPr/>
          </p:nvSpPr>
          <p:spPr>
            <a:xfrm>
              <a:off x="21008854" y="3105640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01DFA46A-AAD6-6FBB-DE65-473B33BA3D12}"/>
                </a:ext>
              </a:extLst>
            </p:cNvPr>
            <p:cNvSpPr/>
            <p:nvPr/>
          </p:nvSpPr>
          <p:spPr>
            <a:xfrm>
              <a:off x="16609082" y="3105640"/>
              <a:ext cx="4399772" cy="25803"/>
            </a:xfrm>
            <a:custGeom>
              <a:avLst/>
              <a:gdLst>
                <a:gd name="connsiteX0" fmla="*/ 4399773 w 4399772"/>
                <a:gd name="connsiteY0" fmla="*/ 0 h 25803"/>
                <a:gd name="connsiteX1" fmla="*/ 0 w 4399772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99772" h="25803">
                  <a:moveTo>
                    <a:pt x="4399773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C9ADB69A-CC05-3DE7-A923-C6F9FD57DCBD}"/>
                </a:ext>
              </a:extLst>
            </p:cNvPr>
            <p:cNvSpPr/>
            <p:nvPr/>
          </p:nvSpPr>
          <p:spPr>
            <a:xfrm>
              <a:off x="16609082" y="3105640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02486B1-3BD3-12BD-F476-503E49FCB00E}"/>
                </a:ext>
              </a:extLst>
            </p:cNvPr>
            <p:cNvSpPr/>
            <p:nvPr/>
          </p:nvSpPr>
          <p:spPr>
            <a:xfrm>
              <a:off x="21494737" y="264014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1ACCD53-B208-F07C-A31B-CCBF010B2F98}"/>
                </a:ext>
              </a:extLst>
            </p:cNvPr>
            <p:cNvSpPr/>
            <p:nvPr/>
          </p:nvSpPr>
          <p:spPr>
            <a:xfrm>
              <a:off x="16970849" y="2640143"/>
              <a:ext cx="4523887" cy="25803"/>
            </a:xfrm>
            <a:custGeom>
              <a:avLst/>
              <a:gdLst>
                <a:gd name="connsiteX0" fmla="*/ 4523888 w 4523887"/>
                <a:gd name="connsiteY0" fmla="*/ 0 h 25803"/>
                <a:gd name="connsiteX1" fmla="*/ 0 w 4523887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23887" h="25803">
                  <a:moveTo>
                    <a:pt x="4523888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12751149-8990-E4EF-194E-3997065B0072}"/>
                </a:ext>
              </a:extLst>
            </p:cNvPr>
            <p:cNvSpPr/>
            <p:nvPr/>
          </p:nvSpPr>
          <p:spPr>
            <a:xfrm>
              <a:off x="16970849" y="264014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202C7F19-6543-FE04-7032-9072210BCA29}"/>
                </a:ext>
              </a:extLst>
            </p:cNvPr>
            <p:cNvSpPr/>
            <p:nvPr/>
          </p:nvSpPr>
          <p:spPr>
            <a:xfrm>
              <a:off x="21112069" y="403689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33F6CBF4-40D5-86BE-0187-3F81670C3D6D}"/>
                </a:ext>
              </a:extLst>
            </p:cNvPr>
            <p:cNvSpPr/>
            <p:nvPr/>
          </p:nvSpPr>
          <p:spPr>
            <a:xfrm>
              <a:off x="16492966" y="4036892"/>
              <a:ext cx="4619102" cy="25803"/>
            </a:xfrm>
            <a:custGeom>
              <a:avLst/>
              <a:gdLst>
                <a:gd name="connsiteX0" fmla="*/ 4619103 w 4619102"/>
                <a:gd name="connsiteY0" fmla="*/ 0 h 25803"/>
                <a:gd name="connsiteX1" fmla="*/ 0 w 4619102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19102" h="25803">
                  <a:moveTo>
                    <a:pt x="4619103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EF43793A-3D94-02D4-FC46-B6F839263E12}"/>
                </a:ext>
              </a:extLst>
            </p:cNvPr>
            <p:cNvSpPr/>
            <p:nvPr/>
          </p:nvSpPr>
          <p:spPr>
            <a:xfrm>
              <a:off x="16492966" y="403689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E90081F4-AFF7-864E-204A-29A583C74F02}"/>
                </a:ext>
              </a:extLst>
            </p:cNvPr>
            <p:cNvSpPr/>
            <p:nvPr/>
          </p:nvSpPr>
          <p:spPr>
            <a:xfrm>
              <a:off x="24004137" y="11951630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D0B66F2E-9407-2C62-7876-B20102AA8FDF}"/>
                </a:ext>
              </a:extLst>
            </p:cNvPr>
            <p:cNvSpPr/>
            <p:nvPr/>
          </p:nvSpPr>
          <p:spPr>
            <a:xfrm>
              <a:off x="19167510" y="11951630"/>
              <a:ext cx="4836627" cy="25803"/>
            </a:xfrm>
            <a:custGeom>
              <a:avLst/>
              <a:gdLst>
                <a:gd name="connsiteX0" fmla="*/ 4836627 w 4836627"/>
                <a:gd name="connsiteY0" fmla="*/ 0 h 25803"/>
                <a:gd name="connsiteX1" fmla="*/ 0 w 4836627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36627" h="25803">
                  <a:moveTo>
                    <a:pt x="4836627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DA00CA86-4A78-2939-E94E-47CFC4A7CB06}"/>
                </a:ext>
              </a:extLst>
            </p:cNvPr>
            <p:cNvSpPr/>
            <p:nvPr/>
          </p:nvSpPr>
          <p:spPr>
            <a:xfrm>
              <a:off x="19167510" y="11951630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56F54F07-F58B-7678-9FF5-64AC2965B5E9}"/>
                </a:ext>
              </a:extLst>
            </p:cNvPr>
            <p:cNvSpPr/>
            <p:nvPr/>
          </p:nvSpPr>
          <p:spPr>
            <a:xfrm>
              <a:off x="20500781" y="1521062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3FFB270C-5360-F3A7-F5E8-CDD8AF420C11}"/>
                </a:ext>
              </a:extLst>
            </p:cNvPr>
            <p:cNvSpPr/>
            <p:nvPr/>
          </p:nvSpPr>
          <p:spPr>
            <a:xfrm>
              <a:off x="15344190" y="15210625"/>
              <a:ext cx="5156591" cy="25803"/>
            </a:xfrm>
            <a:custGeom>
              <a:avLst/>
              <a:gdLst>
                <a:gd name="connsiteX0" fmla="*/ 5156592 w 5156591"/>
                <a:gd name="connsiteY0" fmla="*/ 0 h 25803"/>
                <a:gd name="connsiteX1" fmla="*/ 0 w 5156591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56591" h="25803">
                  <a:moveTo>
                    <a:pt x="5156592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15DB1EE7-E916-AD29-0C17-9851FA6AAEF6}"/>
                </a:ext>
              </a:extLst>
            </p:cNvPr>
            <p:cNvSpPr/>
            <p:nvPr/>
          </p:nvSpPr>
          <p:spPr>
            <a:xfrm>
              <a:off x="15344190" y="1521062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302D8ADF-6EB3-7832-BDFE-F49B026B894B}"/>
                </a:ext>
              </a:extLst>
            </p:cNvPr>
            <p:cNvSpPr/>
            <p:nvPr/>
          </p:nvSpPr>
          <p:spPr>
            <a:xfrm>
              <a:off x="21050656" y="14745128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7BD47528-91F3-E78C-B694-7263E848D50C}"/>
                </a:ext>
              </a:extLst>
            </p:cNvPr>
            <p:cNvSpPr/>
            <p:nvPr/>
          </p:nvSpPr>
          <p:spPr>
            <a:xfrm>
              <a:off x="16880795" y="14745128"/>
              <a:ext cx="4169861" cy="25803"/>
            </a:xfrm>
            <a:custGeom>
              <a:avLst/>
              <a:gdLst>
                <a:gd name="connsiteX0" fmla="*/ 4169862 w 4169861"/>
                <a:gd name="connsiteY0" fmla="*/ 0 h 25803"/>
                <a:gd name="connsiteX1" fmla="*/ 0 w 4169861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69861" h="25803">
                  <a:moveTo>
                    <a:pt x="4169862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66FF6552-C6B1-32DA-1A0B-836B5CC2C1BA}"/>
                </a:ext>
              </a:extLst>
            </p:cNvPr>
            <p:cNvSpPr/>
            <p:nvPr/>
          </p:nvSpPr>
          <p:spPr>
            <a:xfrm>
              <a:off x="16880795" y="14745128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5DC674A9-750D-F180-79B7-1749D95832E8}"/>
                </a:ext>
              </a:extLst>
            </p:cNvPr>
            <p:cNvSpPr/>
            <p:nvPr/>
          </p:nvSpPr>
          <p:spPr>
            <a:xfrm>
              <a:off x="20361185" y="869263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924094E1-2BCD-4AEB-CA1A-41B2C293AC2F}"/>
                </a:ext>
              </a:extLst>
            </p:cNvPr>
            <p:cNvSpPr/>
            <p:nvPr/>
          </p:nvSpPr>
          <p:spPr>
            <a:xfrm>
              <a:off x="17742892" y="8692635"/>
              <a:ext cx="2618292" cy="25803"/>
            </a:xfrm>
            <a:custGeom>
              <a:avLst/>
              <a:gdLst>
                <a:gd name="connsiteX0" fmla="*/ 2618292 w 2618292"/>
                <a:gd name="connsiteY0" fmla="*/ 0 h 25803"/>
                <a:gd name="connsiteX1" fmla="*/ 0 w 2618292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18292" h="25803">
                  <a:moveTo>
                    <a:pt x="2618292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92FE3C63-EEBD-7475-947A-4EEA28EB45B6}"/>
                </a:ext>
              </a:extLst>
            </p:cNvPr>
            <p:cNvSpPr/>
            <p:nvPr/>
          </p:nvSpPr>
          <p:spPr>
            <a:xfrm>
              <a:off x="17742892" y="869263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F4C08499-7474-AA95-C494-2BD5E8582CBB}"/>
                </a:ext>
              </a:extLst>
            </p:cNvPr>
            <p:cNvSpPr/>
            <p:nvPr/>
          </p:nvSpPr>
          <p:spPr>
            <a:xfrm>
              <a:off x="19868335" y="822713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109753B0-1107-0417-3071-88D2AEEB01D5}"/>
                </a:ext>
              </a:extLst>
            </p:cNvPr>
            <p:cNvSpPr/>
            <p:nvPr/>
          </p:nvSpPr>
          <p:spPr>
            <a:xfrm>
              <a:off x="17180891" y="8227139"/>
              <a:ext cx="2687444" cy="25803"/>
            </a:xfrm>
            <a:custGeom>
              <a:avLst/>
              <a:gdLst>
                <a:gd name="connsiteX0" fmla="*/ 2687444 w 2687444"/>
                <a:gd name="connsiteY0" fmla="*/ 0 h 25803"/>
                <a:gd name="connsiteX1" fmla="*/ 0 w 2687444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87444" h="25803">
                  <a:moveTo>
                    <a:pt x="2687444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D3EB482-5EFB-44FA-059E-DD1D612DCA4A}"/>
                </a:ext>
              </a:extLst>
            </p:cNvPr>
            <p:cNvSpPr/>
            <p:nvPr/>
          </p:nvSpPr>
          <p:spPr>
            <a:xfrm>
              <a:off x="17180891" y="822713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14FA43B7-1614-591B-0DD9-7B1E9400441E}"/>
                </a:ext>
              </a:extLst>
            </p:cNvPr>
            <p:cNvSpPr/>
            <p:nvPr/>
          </p:nvSpPr>
          <p:spPr>
            <a:xfrm>
              <a:off x="20302868" y="729588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0DC4F0A3-AD8E-2EF4-0219-31A643769853}"/>
                </a:ext>
              </a:extLst>
            </p:cNvPr>
            <p:cNvSpPr/>
            <p:nvPr/>
          </p:nvSpPr>
          <p:spPr>
            <a:xfrm>
              <a:off x="17763793" y="7295886"/>
              <a:ext cx="2539075" cy="25803"/>
            </a:xfrm>
            <a:custGeom>
              <a:avLst/>
              <a:gdLst>
                <a:gd name="connsiteX0" fmla="*/ 2539075 w 2539075"/>
                <a:gd name="connsiteY0" fmla="*/ 0 h 25803"/>
                <a:gd name="connsiteX1" fmla="*/ 0 w 253907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39075" h="25803">
                  <a:moveTo>
                    <a:pt x="2539075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FB14BBE9-239B-A8A8-602A-DD869DF159F2}"/>
                </a:ext>
              </a:extLst>
            </p:cNvPr>
            <p:cNvSpPr/>
            <p:nvPr/>
          </p:nvSpPr>
          <p:spPr>
            <a:xfrm>
              <a:off x="17763793" y="729588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1E459264-D6D9-64D0-9BB8-4797D984A54E}"/>
                </a:ext>
              </a:extLst>
            </p:cNvPr>
            <p:cNvSpPr/>
            <p:nvPr/>
          </p:nvSpPr>
          <p:spPr>
            <a:xfrm>
              <a:off x="21070525" y="1381387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04C0CF84-1B99-FD5E-B433-9312983A6E63}"/>
                </a:ext>
              </a:extLst>
            </p:cNvPr>
            <p:cNvSpPr/>
            <p:nvPr/>
          </p:nvSpPr>
          <p:spPr>
            <a:xfrm>
              <a:off x="18499196" y="13813876"/>
              <a:ext cx="2571329" cy="25803"/>
            </a:xfrm>
            <a:custGeom>
              <a:avLst/>
              <a:gdLst>
                <a:gd name="connsiteX0" fmla="*/ 2571330 w 2571329"/>
                <a:gd name="connsiteY0" fmla="*/ 0 h 25803"/>
                <a:gd name="connsiteX1" fmla="*/ 0 w 2571329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71329" h="25803">
                  <a:moveTo>
                    <a:pt x="257133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67FBB7E3-7ED6-8E97-0D5D-EDFD4E31A603}"/>
                </a:ext>
              </a:extLst>
            </p:cNvPr>
            <p:cNvSpPr/>
            <p:nvPr/>
          </p:nvSpPr>
          <p:spPr>
            <a:xfrm>
              <a:off x="18499196" y="1381387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DAD94D93-3D50-1BDA-305A-84E4078B5ED6}"/>
                </a:ext>
              </a:extLst>
            </p:cNvPr>
            <p:cNvSpPr/>
            <p:nvPr/>
          </p:nvSpPr>
          <p:spPr>
            <a:xfrm>
              <a:off x="22230913" y="357139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64B68FE1-8CDD-25FF-F11E-613006994296}"/>
                </a:ext>
              </a:extLst>
            </p:cNvPr>
            <p:cNvSpPr/>
            <p:nvPr/>
          </p:nvSpPr>
          <p:spPr>
            <a:xfrm>
              <a:off x="16037791" y="3571395"/>
              <a:ext cx="6193121" cy="25803"/>
            </a:xfrm>
            <a:custGeom>
              <a:avLst/>
              <a:gdLst>
                <a:gd name="connsiteX0" fmla="*/ 6193122 w 6193121"/>
                <a:gd name="connsiteY0" fmla="*/ 0 h 25803"/>
                <a:gd name="connsiteX1" fmla="*/ 0 w 6193121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93121" h="25803">
                  <a:moveTo>
                    <a:pt x="6193122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A470BD3C-FA36-DFB2-AC9A-AF8D81FC1F80}"/>
                </a:ext>
              </a:extLst>
            </p:cNvPr>
            <p:cNvSpPr/>
            <p:nvPr/>
          </p:nvSpPr>
          <p:spPr>
            <a:xfrm>
              <a:off x="16037791" y="357139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0CB46A44-4C11-7593-A787-FE4C707A502F}"/>
                </a:ext>
              </a:extLst>
            </p:cNvPr>
            <p:cNvSpPr/>
            <p:nvPr/>
          </p:nvSpPr>
          <p:spPr>
            <a:xfrm>
              <a:off x="26576498" y="496814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6D184953-5935-9B6D-CEED-1C24CE7A4C16}"/>
                </a:ext>
              </a:extLst>
            </p:cNvPr>
            <p:cNvSpPr/>
            <p:nvPr/>
          </p:nvSpPr>
          <p:spPr>
            <a:xfrm>
              <a:off x="20097729" y="4968143"/>
              <a:ext cx="6478768" cy="25803"/>
            </a:xfrm>
            <a:custGeom>
              <a:avLst/>
              <a:gdLst>
                <a:gd name="connsiteX0" fmla="*/ 6478769 w 6478768"/>
                <a:gd name="connsiteY0" fmla="*/ 0 h 25803"/>
                <a:gd name="connsiteX1" fmla="*/ 0 w 6478768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78768" h="25803">
                  <a:moveTo>
                    <a:pt x="6478769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FDC80484-2F2B-553C-2459-14AB1CFAEE2A}"/>
                </a:ext>
              </a:extLst>
            </p:cNvPr>
            <p:cNvSpPr/>
            <p:nvPr/>
          </p:nvSpPr>
          <p:spPr>
            <a:xfrm>
              <a:off x="20097729" y="496814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45186050-EA95-97F5-7A70-C5A6EB15DD31}"/>
                </a:ext>
              </a:extLst>
            </p:cNvPr>
            <p:cNvSpPr/>
            <p:nvPr/>
          </p:nvSpPr>
          <p:spPr>
            <a:xfrm>
              <a:off x="23382786" y="450238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D7308B4B-A18C-B143-9BCC-CA4371B1511D}"/>
                </a:ext>
              </a:extLst>
            </p:cNvPr>
            <p:cNvSpPr/>
            <p:nvPr/>
          </p:nvSpPr>
          <p:spPr>
            <a:xfrm>
              <a:off x="17081288" y="4502389"/>
              <a:ext cx="6301498" cy="25803"/>
            </a:xfrm>
            <a:custGeom>
              <a:avLst/>
              <a:gdLst>
                <a:gd name="connsiteX0" fmla="*/ 6301498 w 6301498"/>
                <a:gd name="connsiteY0" fmla="*/ 0 h 25803"/>
                <a:gd name="connsiteX1" fmla="*/ 0 w 6301498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01498" h="25803">
                  <a:moveTo>
                    <a:pt x="6301498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F3EED40E-71CB-E4FC-01A5-47D59FC6AE8C}"/>
                </a:ext>
              </a:extLst>
            </p:cNvPr>
            <p:cNvSpPr/>
            <p:nvPr/>
          </p:nvSpPr>
          <p:spPr>
            <a:xfrm>
              <a:off x="17081288" y="450238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957D00AF-181D-97FE-2D57-2DD59302BCF9}"/>
                </a:ext>
              </a:extLst>
            </p:cNvPr>
            <p:cNvSpPr/>
            <p:nvPr/>
          </p:nvSpPr>
          <p:spPr>
            <a:xfrm>
              <a:off x="23507933" y="1567612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BD971D01-2F34-EE54-1D7C-65A3EE9BC6FF}"/>
                </a:ext>
              </a:extLst>
            </p:cNvPr>
            <p:cNvSpPr/>
            <p:nvPr/>
          </p:nvSpPr>
          <p:spPr>
            <a:xfrm>
              <a:off x="16700428" y="15676121"/>
              <a:ext cx="6807504" cy="25803"/>
            </a:xfrm>
            <a:custGeom>
              <a:avLst/>
              <a:gdLst>
                <a:gd name="connsiteX0" fmla="*/ 6807505 w 6807504"/>
                <a:gd name="connsiteY0" fmla="*/ 0 h 25803"/>
                <a:gd name="connsiteX1" fmla="*/ 0 w 6807504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07504" h="25803">
                  <a:moveTo>
                    <a:pt x="6807505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457C9201-BE1D-718F-3C51-45A55B3A5DB8}"/>
                </a:ext>
              </a:extLst>
            </p:cNvPr>
            <p:cNvSpPr/>
            <p:nvPr/>
          </p:nvSpPr>
          <p:spPr>
            <a:xfrm>
              <a:off x="16700428" y="1567612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7E0F7678-94DD-7682-AAEE-7C70A99CB1BB}"/>
                </a:ext>
              </a:extLst>
            </p:cNvPr>
            <p:cNvSpPr/>
            <p:nvPr/>
          </p:nvSpPr>
          <p:spPr>
            <a:xfrm>
              <a:off x="22607646" y="915813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8CC8C30C-F61D-B5D2-C81A-49A36FFA0505}"/>
                </a:ext>
              </a:extLst>
            </p:cNvPr>
            <p:cNvSpPr/>
            <p:nvPr/>
          </p:nvSpPr>
          <p:spPr>
            <a:xfrm>
              <a:off x="18972950" y="9158132"/>
              <a:ext cx="3634696" cy="25803"/>
            </a:xfrm>
            <a:custGeom>
              <a:avLst/>
              <a:gdLst>
                <a:gd name="connsiteX0" fmla="*/ 3634697 w 3634696"/>
                <a:gd name="connsiteY0" fmla="*/ 0 h 25803"/>
                <a:gd name="connsiteX1" fmla="*/ 0 w 3634696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34696" h="25803">
                  <a:moveTo>
                    <a:pt x="3634697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59ED1708-81F0-1E7F-78FB-B30AECDA05A9}"/>
                </a:ext>
              </a:extLst>
            </p:cNvPr>
            <p:cNvSpPr/>
            <p:nvPr/>
          </p:nvSpPr>
          <p:spPr>
            <a:xfrm>
              <a:off x="18972950" y="915813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F3A4ADF3-D94A-0514-9E3E-F61D6C8B842D}"/>
                </a:ext>
              </a:extLst>
            </p:cNvPr>
            <p:cNvSpPr/>
            <p:nvPr/>
          </p:nvSpPr>
          <p:spPr>
            <a:xfrm>
              <a:off x="21339915" y="543364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07D8030F-6F68-7B95-7FA1-273962ECD5E0}"/>
                </a:ext>
              </a:extLst>
            </p:cNvPr>
            <p:cNvSpPr/>
            <p:nvPr/>
          </p:nvSpPr>
          <p:spPr>
            <a:xfrm>
              <a:off x="12609524" y="5433641"/>
              <a:ext cx="8730391" cy="25803"/>
            </a:xfrm>
            <a:custGeom>
              <a:avLst/>
              <a:gdLst>
                <a:gd name="connsiteX0" fmla="*/ 8730391 w 8730391"/>
                <a:gd name="connsiteY0" fmla="*/ 0 h 25803"/>
                <a:gd name="connsiteX1" fmla="*/ 0 w 8730391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30391" h="25803">
                  <a:moveTo>
                    <a:pt x="8730391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D4A7B1F9-A2E1-A6CD-5B70-A2413AD864E2}"/>
                </a:ext>
              </a:extLst>
            </p:cNvPr>
            <p:cNvSpPr/>
            <p:nvPr/>
          </p:nvSpPr>
          <p:spPr>
            <a:xfrm>
              <a:off x="12609524" y="543364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3024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AA137FD2-D3FE-217A-BF77-AB678FE371C5}"/>
                </a:ext>
              </a:extLst>
            </p:cNvPr>
            <p:cNvSpPr/>
            <p:nvPr/>
          </p:nvSpPr>
          <p:spPr>
            <a:xfrm>
              <a:off x="23466906" y="16141878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6F7C1EFB-21F2-5263-B3C4-A0BDF9B265B0}"/>
                </a:ext>
              </a:extLst>
            </p:cNvPr>
            <p:cNvSpPr/>
            <p:nvPr/>
          </p:nvSpPr>
          <p:spPr>
            <a:xfrm>
              <a:off x="22559135" y="16141878"/>
              <a:ext cx="907770" cy="25803"/>
            </a:xfrm>
            <a:custGeom>
              <a:avLst/>
              <a:gdLst>
                <a:gd name="connsiteX0" fmla="*/ 907771 w 907770"/>
                <a:gd name="connsiteY0" fmla="*/ 0 h 25803"/>
                <a:gd name="connsiteX1" fmla="*/ 0 w 907770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70" h="25803">
                  <a:moveTo>
                    <a:pt x="907771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C12E183D-73DC-68BF-897F-CE6951E721AE}"/>
                </a:ext>
              </a:extLst>
            </p:cNvPr>
            <p:cNvSpPr/>
            <p:nvPr/>
          </p:nvSpPr>
          <p:spPr>
            <a:xfrm>
              <a:off x="22559135" y="16141878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8A6A4221-B17D-EBF1-6C1C-E05AAEA90277}"/>
                </a:ext>
              </a:extLst>
            </p:cNvPr>
            <p:cNvSpPr/>
            <p:nvPr/>
          </p:nvSpPr>
          <p:spPr>
            <a:xfrm>
              <a:off x="21055301" y="170889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A86E1766-7A7E-B68F-A4CC-69BA7BFB8EAC}"/>
                </a:ext>
              </a:extLst>
            </p:cNvPr>
            <p:cNvSpPr/>
            <p:nvPr/>
          </p:nvSpPr>
          <p:spPr>
            <a:xfrm>
              <a:off x="19331362" y="1708891"/>
              <a:ext cx="1723938" cy="25803"/>
            </a:xfrm>
            <a:custGeom>
              <a:avLst/>
              <a:gdLst>
                <a:gd name="connsiteX0" fmla="*/ 1723939 w 1723938"/>
                <a:gd name="connsiteY0" fmla="*/ 0 h 25803"/>
                <a:gd name="connsiteX1" fmla="*/ 0 w 1723938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23938" h="25803">
                  <a:moveTo>
                    <a:pt x="1723939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07E7EA75-A4E5-EEFD-698D-EB4F445DB470}"/>
                </a:ext>
              </a:extLst>
            </p:cNvPr>
            <p:cNvSpPr/>
            <p:nvPr/>
          </p:nvSpPr>
          <p:spPr>
            <a:xfrm>
              <a:off x="19331362" y="170889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9CEA9071-4CC7-5D85-74D9-D3393F58E279}"/>
                </a:ext>
              </a:extLst>
            </p:cNvPr>
            <p:cNvSpPr/>
            <p:nvPr/>
          </p:nvSpPr>
          <p:spPr>
            <a:xfrm>
              <a:off x="19474572" y="5899137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F057F138-C145-2A43-9957-9C8A06A963B4}"/>
                </a:ext>
              </a:extLst>
            </p:cNvPr>
            <p:cNvSpPr/>
            <p:nvPr/>
          </p:nvSpPr>
          <p:spPr>
            <a:xfrm>
              <a:off x="18390047" y="5899137"/>
              <a:ext cx="1084524" cy="25803"/>
            </a:xfrm>
            <a:custGeom>
              <a:avLst/>
              <a:gdLst>
                <a:gd name="connsiteX0" fmla="*/ 1084525 w 1084524"/>
                <a:gd name="connsiteY0" fmla="*/ 0 h 25803"/>
                <a:gd name="connsiteX1" fmla="*/ 0 w 1084524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4524" h="25803">
                  <a:moveTo>
                    <a:pt x="1084525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3DA26098-470F-7108-A1E7-4C2D4039DD9C}"/>
                </a:ext>
              </a:extLst>
            </p:cNvPr>
            <p:cNvSpPr/>
            <p:nvPr/>
          </p:nvSpPr>
          <p:spPr>
            <a:xfrm>
              <a:off x="18390047" y="5899137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617BD5CA-05C1-1309-30DF-72C4EDFDF45C}"/>
                </a:ext>
              </a:extLst>
            </p:cNvPr>
            <p:cNvSpPr/>
            <p:nvPr/>
          </p:nvSpPr>
          <p:spPr>
            <a:xfrm>
              <a:off x="20600900" y="1055488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8BE2B553-7FD3-6AF7-C018-325B46315280}"/>
                </a:ext>
              </a:extLst>
            </p:cNvPr>
            <p:cNvSpPr/>
            <p:nvPr/>
          </p:nvSpPr>
          <p:spPr>
            <a:xfrm>
              <a:off x="19483862" y="10554881"/>
              <a:ext cx="1117037" cy="25803"/>
            </a:xfrm>
            <a:custGeom>
              <a:avLst/>
              <a:gdLst>
                <a:gd name="connsiteX0" fmla="*/ 1117037 w 1117037"/>
                <a:gd name="connsiteY0" fmla="*/ 0 h 25803"/>
                <a:gd name="connsiteX1" fmla="*/ 0 w 1117037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7037" h="25803">
                  <a:moveTo>
                    <a:pt x="1117037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62C56F86-5B23-82FB-46AA-51CFFB06A617}"/>
                </a:ext>
              </a:extLst>
            </p:cNvPr>
            <p:cNvSpPr/>
            <p:nvPr/>
          </p:nvSpPr>
          <p:spPr>
            <a:xfrm>
              <a:off x="19483862" y="1055488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6A3CDB94-2CBE-7677-2496-155C5EFDB607}"/>
                </a:ext>
              </a:extLst>
            </p:cNvPr>
            <p:cNvSpPr/>
            <p:nvPr/>
          </p:nvSpPr>
          <p:spPr>
            <a:xfrm>
              <a:off x="20473688" y="962362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C17E1EE9-5BCF-64BD-F3F2-4B9DD6E99950}"/>
                </a:ext>
              </a:extLst>
            </p:cNvPr>
            <p:cNvSpPr/>
            <p:nvPr/>
          </p:nvSpPr>
          <p:spPr>
            <a:xfrm>
              <a:off x="19306075" y="9623629"/>
              <a:ext cx="1167612" cy="25803"/>
            </a:xfrm>
            <a:custGeom>
              <a:avLst/>
              <a:gdLst>
                <a:gd name="connsiteX0" fmla="*/ 1167613 w 1167612"/>
                <a:gd name="connsiteY0" fmla="*/ 0 h 25803"/>
                <a:gd name="connsiteX1" fmla="*/ 0 w 1167612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7612" h="25803">
                  <a:moveTo>
                    <a:pt x="1167613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A1C91ED0-72B9-110D-10F6-F25BFEE4C98C}"/>
                </a:ext>
              </a:extLst>
            </p:cNvPr>
            <p:cNvSpPr/>
            <p:nvPr/>
          </p:nvSpPr>
          <p:spPr>
            <a:xfrm>
              <a:off x="19306075" y="962362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39641602-69AD-AB99-B5E2-E185B79EFD1C}"/>
                </a:ext>
              </a:extLst>
            </p:cNvPr>
            <p:cNvSpPr/>
            <p:nvPr/>
          </p:nvSpPr>
          <p:spPr>
            <a:xfrm>
              <a:off x="20699470" y="12417127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D35E82E6-F98E-F795-951C-45613B3C04AD}"/>
                </a:ext>
              </a:extLst>
            </p:cNvPr>
            <p:cNvSpPr/>
            <p:nvPr/>
          </p:nvSpPr>
          <p:spPr>
            <a:xfrm>
              <a:off x="19562305" y="12417127"/>
              <a:ext cx="1137164" cy="25803"/>
            </a:xfrm>
            <a:custGeom>
              <a:avLst/>
              <a:gdLst>
                <a:gd name="connsiteX0" fmla="*/ 1137165 w 1137164"/>
                <a:gd name="connsiteY0" fmla="*/ 0 h 25803"/>
                <a:gd name="connsiteX1" fmla="*/ 0 w 1137164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37164" h="25803">
                  <a:moveTo>
                    <a:pt x="1137165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A66725F7-DC2D-04F9-0A17-5E9BDCF33ECD}"/>
                </a:ext>
              </a:extLst>
            </p:cNvPr>
            <p:cNvSpPr/>
            <p:nvPr/>
          </p:nvSpPr>
          <p:spPr>
            <a:xfrm>
              <a:off x="19562305" y="12417127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0B562280-4EBE-8A87-34C3-AA3CF8A3BBDC}"/>
                </a:ext>
              </a:extLst>
            </p:cNvPr>
            <p:cNvSpPr/>
            <p:nvPr/>
          </p:nvSpPr>
          <p:spPr>
            <a:xfrm>
              <a:off x="21085749" y="217464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4EB5117-05A5-4BE3-2A55-83BE38506FBC}"/>
                </a:ext>
              </a:extLst>
            </p:cNvPr>
            <p:cNvSpPr/>
            <p:nvPr/>
          </p:nvSpPr>
          <p:spPr>
            <a:xfrm>
              <a:off x="18378177" y="2174646"/>
              <a:ext cx="2707571" cy="25803"/>
            </a:xfrm>
            <a:custGeom>
              <a:avLst/>
              <a:gdLst>
                <a:gd name="connsiteX0" fmla="*/ 2707572 w 2707571"/>
                <a:gd name="connsiteY0" fmla="*/ 0 h 25803"/>
                <a:gd name="connsiteX1" fmla="*/ 0 w 2707571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7571" h="25803">
                  <a:moveTo>
                    <a:pt x="2707572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BF870CD8-224D-71A2-2BA0-90BFFAC5FC90}"/>
                </a:ext>
              </a:extLst>
            </p:cNvPr>
            <p:cNvSpPr/>
            <p:nvPr/>
          </p:nvSpPr>
          <p:spPr>
            <a:xfrm>
              <a:off x="18378177" y="217464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F89513D7-099E-F8FD-66E0-8AC6CD5C88B3}"/>
                </a:ext>
              </a:extLst>
            </p:cNvPr>
            <p:cNvSpPr/>
            <p:nvPr/>
          </p:nvSpPr>
          <p:spPr>
            <a:xfrm>
              <a:off x="20713661" y="1102037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B3FB3D27-38FE-62C8-FA54-171CB5C4735A}"/>
                </a:ext>
              </a:extLst>
            </p:cNvPr>
            <p:cNvSpPr/>
            <p:nvPr/>
          </p:nvSpPr>
          <p:spPr>
            <a:xfrm>
              <a:off x="17832173" y="11020379"/>
              <a:ext cx="2881487" cy="25803"/>
            </a:xfrm>
            <a:custGeom>
              <a:avLst/>
              <a:gdLst>
                <a:gd name="connsiteX0" fmla="*/ 2881488 w 2881487"/>
                <a:gd name="connsiteY0" fmla="*/ 0 h 25803"/>
                <a:gd name="connsiteX1" fmla="*/ 0 w 2881487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81487" h="25803">
                  <a:moveTo>
                    <a:pt x="2881488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CED5563B-6841-7961-E62D-460E380551CD}"/>
                </a:ext>
              </a:extLst>
            </p:cNvPr>
            <p:cNvSpPr/>
            <p:nvPr/>
          </p:nvSpPr>
          <p:spPr>
            <a:xfrm>
              <a:off x="17832173" y="1102037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B0B05BE2-9EF5-EE74-AF54-E55FD8D46145}"/>
                </a:ext>
              </a:extLst>
            </p:cNvPr>
            <p:cNvSpPr/>
            <p:nvPr/>
          </p:nvSpPr>
          <p:spPr>
            <a:xfrm>
              <a:off x="20599093" y="10089384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7284B5D6-BF16-3624-D171-0A947A4858FF}"/>
                </a:ext>
              </a:extLst>
            </p:cNvPr>
            <p:cNvSpPr/>
            <p:nvPr/>
          </p:nvSpPr>
          <p:spPr>
            <a:xfrm>
              <a:off x="18196004" y="10089384"/>
              <a:ext cx="2403089" cy="25803"/>
            </a:xfrm>
            <a:custGeom>
              <a:avLst/>
              <a:gdLst>
                <a:gd name="connsiteX0" fmla="*/ 2403090 w 2403089"/>
                <a:gd name="connsiteY0" fmla="*/ 0 h 25803"/>
                <a:gd name="connsiteX1" fmla="*/ 0 w 2403089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03089" h="25803">
                  <a:moveTo>
                    <a:pt x="240309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ACAC2060-6EEB-BB94-E57F-FDDE2C6D6ECE}"/>
                </a:ext>
              </a:extLst>
            </p:cNvPr>
            <p:cNvSpPr/>
            <p:nvPr/>
          </p:nvSpPr>
          <p:spPr>
            <a:xfrm>
              <a:off x="18196004" y="10089384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647343B9-93B8-5E1A-DD2B-D731FC4074FC}"/>
                </a:ext>
              </a:extLst>
            </p:cNvPr>
            <p:cNvSpPr/>
            <p:nvPr/>
          </p:nvSpPr>
          <p:spPr>
            <a:xfrm>
              <a:off x="22282520" y="1427937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0F1579B7-EB2C-70F2-459C-533A11F083F9}"/>
                </a:ext>
              </a:extLst>
            </p:cNvPr>
            <p:cNvSpPr/>
            <p:nvPr/>
          </p:nvSpPr>
          <p:spPr>
            <a:xfrm>
              <a:off x="19671970" y="14279372"/>
              <a:ext cx="2610549" cy="25803"/>
            </a:xfrm>
            <a:custGeom>
              <a:avLst/>
              <a:gdLst>
                <a:gd name="connsiteX0" fmla="*/ 2610550 w 2610549"/>
                <a:gd name="connsiteY0" fmla="*/ 0 h 25803"/>
                <a:gd name="connsiteX1" fmla="*/ 0 w 2610549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10549" h="25803">
                  <a:moveTo>
                    <a:pt x="261055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B508674E-C8EC-D4C5-85A5-327A066E9FA4}"/>
                </a:ext>
              </a:extLst>
            </p:cNvPr>
            <p:cNvSpPr/>
            <p:nvPr/>
          </p:nvSpPr>
          <p:spPr>
            <a:xfrm>
              <a:off x="19671970" y="1427937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1D8D3F72-CAAF-B1BD-3F14-02C4A972C03E}"/>
                </a:ext>
              </a:extLst>
            </p:cNvPr>
            <p:cNvSpPr/>
            <p:nvPr/>
          </p:nvSpPr>
          <p:spPr>
            <a:xfrm>
              <a:off x="20936863" y="776138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2FCA6565-0523-2CA9-2CE0-C500E9BDDA9F}"/>
                </a:ext>
              </a:extLst>
            </p:cNvPr>
            <p:cNvSpPr/>
            <p:nvPr/>
          </p:nvSpPr>
          <p:spPr>
            <a:xfrm>
              <a:off x="19345812" y="7761383"/>
              <a:ext cx="1591050" cy="25803"/>
            </a:xfrm>
            <a:custGeom>
              <a:avLst/>
              <a:gdLst>
                <a:gd name="connsiteX0" fmla="*/ 1591051 w 1591050"/>
                <a:gd name="connsiteY0" fmla="*/ 0 h 25803"/>
                <a:gd name="connsiteX1" fmla="*/ 0 w 1591050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91050" h="25803">
                  <a:moveTo>
                    <a:pt x="1591051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A7F43C03-400B-DE80-0A54-B156C4137DD3}"/>
                </a:ext>
              </a:extLst>
            </p:cNvPr>
            <p:cNvSpPr/>
            <p:nvPr/>
          </p:nvSpPr>
          <p:spPr>
            <a:xfrm>
              <a:off x="19345812" y="776138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31009FD8-6CF4-35CE-780A-001B3800B434}"/>
                </a:ext>
              </a:extLst>
            </p:cNvPr>
            <p:cNvSpPr/>
            <p:nvPr/>
          </p:nvSpPr>
          <p:spPr>
            <a:xfrm>
              <a:off x="20548261" y="683038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A1B13526-F436-446E-A243-D41D59816083}"/>
                </a:ext>
              </a:extLst>
            </p:cNvPr>
            <p:cNvSpPr/>
            <p:nvPr/>
          </p:nvSpPr>
          <p:spPr>
            <a:xfrm>
              <a:off x="19049845" y="6830389"/>
              <a:ext cx="1498415" cy="25803"/>
            </a:xfrm>
            <a:custGeom>
              <a:avLst/>
              <a:gdLst>
                <a:gd name="connsiteX0" fmla="*/ 1498415 w 1498415"/>
                <a:gd name="connsiteY0" fmla="*/ 0 h 25803"/>
                <a:gd name="connsiteX1" fmla="*/ 0 w 149841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8415" h="25803">
                  <a:moveTo>
                    <a:pt x="1498415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60D63ED8-4E04-A394-B83B-8E2487ED6B3A}"/>
                </a:ext>
              </a:extLst>
            </p:cNvPr>
            <p:cNvSpPr/>
            <p:nvPr/>
          </p:nvSpPr>
          <p:spPr>
            <a:xfrm>
              <a:off x="19049845" y="683038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E3CADC69-CB98-B38E-5967-E40167F0F9FE}"/>
                </a:ext>
              </a:extLst>
            </p:cNvPr>
            <p:cNvSpPr/>
            <p:nvPr/>
          </p:nvSpPr>
          <p:spPr>
            <a:xfrm>
              <a:off x="20821778" y="636463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4D2282AD-14EF-1E6D-16AA-EB669C74CB49}"/>
                </a:ext>
              </a:extLst>
            </p:cNvPr>
            <p:cNvSpPr/>
            <p:nvPr/>
          </p:nvSpPr>
          <p:spPr>
            <a:xfrm>
              <a:off x="19273046" y="6364635"/>
              <a:ext cx="1548732" cy="25803"/>
            </a:xfrm>
            <a:custGeom>
              <a:avLst/>
              <a:gdLst>
                <a:gd name="connsiteX0" fmla="*/ 1548733 w 1548732"/>
                <a:gd name="connsiteY0" fmla="*/ 0 h 25803"/>
                <a:gd name="connsiteX1" fmla="*/ 0 w 1548732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48732" h="25803">
                  <a:moveTo>
                    <a:pt x="1548733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03D00A3A-5596-664C-2831-20D9C8068259}"/>
                </a:ext>
              </a:extLst>
            </p:cNvPr>
            <p:cNvSpPr/>
            <p:nvPr/>
          </p:nvSpPr>
          <p:spPr>
            <a:xfrm>
              <a:off x="19273046" y="636463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0600A4AC-1A69-C8FD-59E5-E32038215A7B}"/>
                </a:ext>
              </a:extLst>
            </p:cNvPr>
            <p:cNvSpPr/>
            <p:nvPr/>
          </p:nvSpPr>
          <p:spPr>
            <a:xfrm>
              <a:off x="20086892" y="1148613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175D59D5-56DD-AEAD-5197-C47E40678704}"/>
                </a:ext>
              </a:extLst>
            </p:cNvPr>
            <p:cNvSpPr/>
            <p:nvPr/>
          </p:nvSpPr>
          <p:spPr>
            <a:xfrm>
              <a:off x="18502292" y="11486133"/>
              <a:ext cx="1584600" cy="25803"/>
            </a:xfrm>
            <a:custGeom>
              <a:avLst/>
              <a:gdLst>
                <a:gd name="connsiteX0" fmla="*/ 1584600 w 1584600"/>
                <a:gd name="connsiteY0" fmla="*/ 0 h 25803"/>
                <a:gd name="connsiteX1" fmla="*/ 0 w 1584600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84600" h="25803">
                  <a:moveTo>
                    <a:pt x="158460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2DE74758-C3AF-0CFD-8365-1F0EC4C5B826}"/>
                </a:ext>
              </a:extLst>
            </p:cNvPr>
            <p:cNvSpPr/>
            <p:nvPr/>
          </p:nvSpPr>
          <p:spPr>
            <a:xfrm>
              <a:off x="18502292" y="1148613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0CDF0E48-22A2-ED6E-03E9-493A12F0C1AB}"/>
                </a:ext>
              </a:extLst>
            </p:cNvPr>
            <p:cNvSpPr/>
            <p:nvPr/>
          </p:nvSpPr>
          <p:spPr>
            <a:xfrm>
              <a:off x="20644249" y="1334837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C2696A4C-D5C3-18F9-55F5-B2EB28521C8D}"/>
                </a:ext>
              </a:extLst>
            </p:cNvPr>
            <p:cNvSpPr/>
            <p:nvPr/>
          </p:nvSpPr>
          <p:spPr>
            <a:xfrm>
              <a:off x="19115903" y="13348379"/>
              <a:ext cx="1528346" cy="25803"/>
            </a:xfrm>
            <a:custGeom>
              <a:avLst/>
              <a:gdLst>
                <a:gd name="connsiteX0" fmla="*/ 1528347 w 1528346"/>
                <a:gd name="connsiteY0" fmla="*/ 0 h 25803"/>
                <a:gd name="connsiteX1" fmla="*/ 0 w 1528346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28346" h="25803">
                  <a:moveTo>
                    <a:pt x="1528347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6C70DA4D-F4EA-B95E-DDF6-00183FC4FA3C}"/>
                </a:ext>
              </a:extLst>
            </p:cNvPr>
            <p:cNvSpPr/>
            <p:nvPr/>
          </p:nvSpPr>
          <p:spPr>
            <a:xfrm>
              <a:off x="19115903" y="1334837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DA61AFCF-F5F3-48BE-8FFF-705DDCD13FDC}"/>
                </a:ext>
              </a:extLst>
            </p:cNvPr>
            <p:cNvSpPr/>
            <p:nvPr/>
          </p:nvSpPr>
          <p:spPr>
            <a:xfrm>
              <a:off x="20263646" y="1288288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90E658CD-2FEA-FC70-33D1-C9BEBEA5AC96}"/>
                </a:ext>
              </a:extLst>
            </p:cNvPr>
            <p:cNvSpPr/>
            <p:nvPr/>
          </p:nvSpPr>
          <p:spPr>
            <a:xfrm>
              <a:off x="18718268" y="12882882"/>
              <a:ext cx="1545378" cy="25803"/>
            </a:xfrm>
            <a:custGeom>
              <a:avLst/>
              <a:gdLst>
                <a:gd name="connsiteX0" fmla="*/ 1545378 w 1545378"/>
                <a:gd name="connsiteY0" fmla="*/ 0 h 25803"/>
                <a:gd name="connsiteX1" fmla="*/ 0 w 1545378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45378" h="25803">
                  <a:moveTo>
                    <a:pt x="1545378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44BC322E-07E9-8BBE-A349-725F7B9362BA}"/>
                </a:ext>
              </a:extLst>
            </p:cNvPr>
            <p:cNvSpPr/>
            <p:nvPr/>
          </p:nvSpPr>
          <p:spPr>
            <a:xfrm>
              <a:off x="18718268" y="1288288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F1F07E50-5608-FC8A-5011-23E2F18CA194}"/>
                </a:ext>
              </a:extLst>
            </p:cNvPr>
            <p:cNvSpPr/>
            <p:nvPr/>
          </p:nvSpPr>
          <p:spPr>
            <a:xfrm>
              <a:off x="20673924" y="3105640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7508B1DB-4D5A-D5E1-7BBD-037EC4433EB4}"/>
                </a:ext>
              </a:extLst>
            </p:cNvPr>
            <p:cNvSpPr/>
            <p:nvPr/>
          </p:nvSpPr>
          <p:spPr>
            <a:xfrm>
              <a:off x="17027101" y="3105640"/>
              <a:ext cx="3646823" cy="25803"/>
            </a:xfrm>
            <a:custGeom>
              <a:avLst/>
              <a:gdLst>
                <a:gd name="connsiteX0" fmla="*/ 3646824 w 3646823"/>
                <a:gd name="connsiteY0" fmla="*/ 0 h 25803"/>
                <a:gd name="connsiteX1" fmla="*/ 0 w 364682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46823" h="25803">
                  <a:moveTo>
                    <a:pt x="3646824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062CEBEE-3A73-D4FD-6F7A-981CC53FF55D}"/>
                </a:ext>
              </a:extLst>
            </p:cNvPr>
            <p:cNvSpPr/>
            <p:nvPr/>
          </p:nvSpPr>
          <p:spPr>
            <a:xfrm>
              <a:off x="17027101" y="3105640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4457BBFF-CD32-24C0-0C7F-C7CE2123F3D7}"/>
                </a:ext>
              </a:extLst>
            </p:cNvPr>
            <p:cNvSpPr/>
            <p:nvPr/>
          </p:nvSpPr>
          <p:spPr>
            <a:xfrm>
              <a:off x="21114392" y="264014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21FFB428-1422-58BA-3B49-BF29A07B971B}"/>
                </a:ext>
              </a:extLst>
            </p:cNvPr>
            <p:cNvSpPr/>
            <p:nvPr/>
          </p:nvSpPr>
          <p:spPr>
            <a:xfrm>
              <a:off x="17371836" y="2640143"/>
              <a:ext cx="3742555" cy="25803"/>
            </a:xfrm>
            <a:custGeom>
              <a:avLst/>
              <a:gdLst>
                <a:gd name="connsiteX0" fmla="*/ 3742556 w 3742555"/>
                <a:gd name="connsiteY0" fmla="*/ 0 h 25803"/>
                <a:gd name="connsiteX1" fmla="*/ 0 w 3742555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42555" h="25803">
                  <a:moveTo>
                    <a:pt x="3742556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3728000B-0998-5AE8-A0D7-9ED90E4575E1}"/>
                </a:ext>
              </a:extLst>
            </p:cNvPr>
            <p:cNvSpPr/>
            <p:nvPr/>
          </p:nvSpPr>
          <p:spPr>
            <a:xfrm>
              <a:off x="17371836" y="264014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04B37A05-1287-44BD-1F6D-50BAD0C9274F}"/>
                </a:ext>
              </a:extLst>
            </p:cNvPr>
            <p:cNvSpPr/>
            <p:nvPr/>
          </p:nvSpPr>
          <p:spPr>
            <a:xfrm>
              <a:off x="20745399" y="403689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89A7BC7E-96F8-0465-BAF3-4337698012B2}"/>
                </a:ext>
              </a:extLst>
            </p:cNvPr>
            <p:cNvSpPr/>
            <p:nvPr/>
          </p:nvSpPr>
          <p:spPr>
            <a:xfrm>
              <a:off x="16927499" y="4036892"/>
              <a:ext cx="3817899" cy="25803"/>
            </a:xfrm>
            <a:custGeom>
              <a:avLst/>
              <a:gdLst>
                <a:gd name="connsiteX0" fmla="*/ 3817900 w 3817899"/>
                <a:gd name="connsiteY0" fmla="*/ 0 h 25803"/>
                <a:gd name="connsiteX1" fmla="*/ 0 w 3817899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7899" h="25803">
                  <a:moveTo>
                    <a:pt x="381790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B15DA64B-0BAA-2514-0F0B-0709276D843B}"/>
                </a:ext>
              </a:extLst>
            </p:cNvPr>
            <p:cNvSpPr/>
            <p:nvPr/>
          </p:nvSpPr>
          <p:spPr>
            <a:xfrm>
              <a:off x="16927499" y="403689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4E26F82A-5B61-F13A-31DF-05667AE4868D}"/>
                </a:ext>
              </a:extLst>
            </p:cNvPr>
            <p:cNvSpPr/>
            <p:nvPr/>
          </p:nvSpPr>
          <p:spPr>
            <a:xfrm>
              <a:off x="23579926" y="11951630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672B9034-67DB-44A9-D3CF-276298BBB764}"/>
                </a:ext>
              </a:extLst>
            </p:cNvPr>
            <p:cNvSpPr/>
            <p:nvPr/>
          </p:nvSpPr>
          <p:spPr>
            <a:xfrm>
              <a:off x="19525922" y="11951630"/>
              <a:ext cx="4054003" cy="25803"/>
            </a:xfrm>
            <a:custGeom>
              <a:avLst/>
              <a:gdLst>
                <a:gd name="connsiteX0" fmla="*/ 4054004 w 4054003"/>
                <a:gd name="connsiteY0" fmla="*/ 0 h 25803"/>
                <a:gd name="connsiteX1" fmla="*/ 0 w 40540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4003" h="25803">
                  <a:moveTo>
                    <a:pt x="4054004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D2F33C7D-EBD1-C0C9-3E71-073239C11303}"/>
                </a:ext>
              </a:extLst>
            </p:cNvPr>
            <p:cNvSpPr/>
            <p:nvPr/>
          </p:nvSpPr>
          <p:spPr>
            <a:xfrm>
              <a:off x="19525922" y="11951630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AA642B5E-26F2-182C-A17F-BCBCF84F3DB0}"/>
                </a:ext>
              </a:extLst>
            </p:cNvPr>
            <p:cNvSpPr/>
            <p:nvPr/>
          </p:nvSpPr>
          <p:spPr>
            <a:xfrm>
              <a:off x="20065217" y="1521062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1C56FD90-7437-6023-4E8E-9C10C844D7E5}"/>
                </a:ext>
              </a:extLst>
            </p:cNvPr>
            <p:cNvSpPr/>
            <p:nvPr/>
          </p:nvSpPr>
          <p:spPr>
            <a:xfrm>
              <a:off x="15832652" y="15210625"/>
              <a:ext cx="4232564" cy="25803"/>
            </a:xfrm>
            <a:custGeom>
              <a:avLst/>
              <a:gdLst>
                <a:gd name="connsiteX0" fmla="*/ 4232565 w 4232564"/>
                <a:gd name="connsiteY0" fmla="*/ 0 h 25803"/>
                <a:gd name="connsiteX1" fmla="*/ 0 w 4232564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32564" h="25803">
                  <a:moveTo>
                    <a:pt x="4232565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9725FB74-D4D3-9696-14CF-F11611318295}"/>
                </a:ext>
              </a:extLst>
            </p:cNvPr>
            <p:cNvSpPr/>
            <p:nvPr/>
          </p:nvSpPr>
          <p:spPr>
            <a:xfrm>
              <a:off x="15832652" y="1521062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84830845-8208-C731-D749-7E4C505B3288}"/>
                </a:ext>
              </a:extLst>
            </p:cNvPr>
            <p:cNvSpPr/>
            <p:nvPr/>
          </p:nvSpPr>
          <p:spPr>
            <a:xfrm>
              <a:off x="20724498" y="14745128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176A05E4-E152-140B-97B8-C8D40830D2A4}"/>
                </a:ext>
              </a:extLst>
            </p:cNvPr>
            <p:cNvSpPr/>
            <p:nvPr/>
          </p:nvSpPr>
          <p:spPr>
            <a:xfrm>
              <a:off x="17252366" y="14745128"/>
              <a:ext cx="3472132" cy="25803"/>
            </a:xfrm>
            <a:custGeom>
              <a:avLst/>
              <a:gdLst>
                <a:gd name="connsiteX0" fmla="*/ 3472133 w 3472132"/>
                <a:gd name="connsiteY0" fmla="*/ 0 h 25803"/>
                <a:gd name="connsiteX1" fmla="*/ 0 w 3472132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72132" h="25803">
                  <a:moveTo>
                    <a:pt x="3472133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05A55FEF-D471-0BC0-8CAA-7CB9D328EB02}"/>
                </a:ext>
              </a:extLst>
            </p:cNvPr>
            <p:cNvSpPr/>
            <p:nvPr/>
          </p:nvSpPr>
          <p:spPr>
            <a:xfrm>
              <a:off x="17252366" y="14745128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1ACE22EF-6562-9727-D11D-3144F5C17F90}"/>
                </a:ext>
              </a:extLst>
            </p:cNvPr>
            <p:cNvSpPr/>
            <p:nvPr/>
          </p:nvSpPr>
          <p:spPr>
            <a:xfrm>
              <a:off x="20144434" y="869263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E343E656-B85C-4F02-0866-F4BC0C3B53C3}"/>
                </a:ext>
              </a:extLst>
            </p:cNvPr>
            <p:cNvSpPr/>
            <p:nvPr/>
          </p:nvSpPr>
          <p:spPr>
            <a:xfrm>
              <a:off x="17946225" y="8692635"/>
              <a:ext cx="2198208" cy="25803"/>
            </a:xfrm>
            <a:custGeom>
              <a:avLst/>
              <a:gdLst>
                <a:gd name="connsiteX0" fmla="*/ 2198209 w 2198208"/>
                <a:gd name="connsiteY0" fmla="*/ 0 h 25803"/>
                <a:gd name="connsiteX1" fmla="*/ 0 w 2198208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98208" h="25803">
                  <a:moveTo>
                    <a:pt x="2198209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5A15FD13-C89A-38D3-9EF9-ED1B6238E149}"/>
                </a:ext>
              </a:extLst>
            </p:cNvPr>
            <p:cNvSpPr/>
            <p:nvPr/>
          </p:nvSpPr>
          <p:spPr>
            <a:xfrm>
              <a:off x="17946225" y="869263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3FC70771-4B8F-5EC4-CDC7-597F9CF0EC1F}"/>
                </a:ext>
              </a:extLst>
            </p:cNvPr>
            <p:cNvSpPr/>
            <p:nvPr/>
          </p:nvSpPr>
          <p:spPr>
            <a:xfrm>
              <a:off x="19665002" y="822713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EDAB945D-99DF-7B4B-20FF-0691B4ED1140}"/>
                </a:ext>
              </a:extLst>
            </p:cNvPr>
            <p:cNvSpPr/>
            <p:nvPr/>
          </p:nvSpPr>
          <p:spPr>
            <a:xfrm>
              <a:off x="17426282" y="8227139"/>
              <a:ext cx="2238720" cy="25803"/>
            </a:xfrm>
            <a:custGeom>
              <a:avLst/>
              <a:gdLst>
                <a:gd name="connsiteX0" fmla="*/ 2238721 w 2238720"/>
                <a:gd name="connsiteY0" fmla="*/ 0 h 25803"/>
                <a:gd name="connsiteX1" fmla="*/ 0 w 2238720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8720" h="25803">
                  <a:moveTo>
                    <a:pt x="2238721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B990BB52-8BEA-1DA1-B145-DBD981B6271F}"/>
                </a:ext>
              </a:extLst>
            </p:cNvPr>
            <p:cNvSpPr/>
            <p:nvPr/>
          </p:nvSpPr>
          <p:spPr>
            <a:xfrm>
              <a:off x="17426282" y="822713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4BD82AFA-C5BA-30CB-4E23-B054076D2412}"/>
                </a:ext>
              </a:extLst>
            </p:cNvPr>
            <p:cNvSpPr/>
            <p:nvPr/>
          </p:nvSpPr>
          <p:spPr>
            <a:xfrm>
              <a:off x="20101857" y="729588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64280D52-22F4-4691-CEAF-2FE3FB1888B6}"/>
                </a:ext>
              </a:extLst>
            </p:cNvPr>
            <p:cNvSpPr/>
            <p:nvPr/>
          </p:nvSpPr>
          <p:spPr>
            <a:xfrm>
              <a:off x="18010217" y="7295886"/>
              <a:ext cx="2091639" cy="25803"/>
            </a:xfrm>
            <a:custGeom>
              <a:avLst/>
              <a:gdLst>
                <a:gd name="connsiteX0" fmla="*/ 2091640 w 2091639"/>
                <a:gd name="connsiteY0" fmla="*/ 0 h 25803"/>
                <a:gd name="connsiteX1" fmla="*/ 0 w 2091639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1639" h="25803">
                  <a:moveTo>
                    <a:pt x="209164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0E970E4D-734C-2DAF-96A9-7133187864E0}"/>
                </a:ext>
              </a:extLst>
            </p:cNvPr>
            <p:cNvSpPr/>
            <p:nvPr/>
          </p:nvSpPr>
          <p:spPr>
            <a:xfrm>
              <a:off x="18010217" y="729588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9DC20E55-86F2-2CF4-A5A9-C9A7A5FB2BE9}"/>
                </a:ext>
              </a:extLst>
            </p:cNvPr>
            <p:cNvSpPr/>
            <p:nvPr/>
          </p:nvSpPr>
          <p:spPr>
            <a:xfrm>
              <a:off x="20842421" y="1381387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81EFB90F-BEB0-8BE9-D3DE-0C5C259006C7}"/>
                </a:ext>
              </a:extLst>
            </p:cNvPr>
            <p:cNvSpPr/>
            <p:nvPr/>
          </p:nvSpPr>
          <p:spPr>
            <a:xfrm>
              <a:off x="18689368" y="13813876"/>
              <a:ext cx="2153052" cy="25803"/>
            </a:xfrm>
            <a:custGeom>
              <a:avLst/>
              <a:gdLst>
                <a:gd name="connsiteX0" fmla="*/ 2153053 w 2153052"/>
                <a:gd name="connsiteY0" fmla="*/ 0 h 25803"/>
                <a:gd name="connsiteX1" fmla="*/ 0 w 2153052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53052" h="25803">
                  <a:moveTo>
                    <a:pt x="2153053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CFEC84CF-F084-78CB-B7E4-93C74B667F95}"/>
                </a:ext>
              </a:extLst>
            </p:cNvPr>
            <p:cNvSpPr/>
            <p:nvPr/>
          </p:nvSpPr>
          <p:spPr>
            <a:xfrm>
              <a:off x="18689368" y="13813876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314FD0C4-68C4-8318-D0F3-7A12864BC58B}"/>
                </a:ext>
              </a:extLst>
            </p:cNvPr>
            <p:cNvSpPr/>
            <p:nvPr/>
          </p:nvSpPr>
          <p:spPr>
            <a:xfrm>
              <a:off x="21698584" y="357139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DFBE732B-62A5-5A1F-C552-B750D1DAEC10}"/>
                </a:ext>
              </a:extLst>
            </p:cNvPr>
            <p:cNvSpPr/>
            <p:nvPr/>
          </p:nvSpPr>
          <p:spPr>
            <a:xfrm>
              <a:off x="16507158" y="3571395"/>
              <a:ext cx="5191426" cy="25803"/>
            </a:xfrm>
            <a:custGeom>
              <a:avLst/>
              <a:gdLst>
                <a:gd name="connsiteX0" fmla="*/ 5191427 w 5191426"/>
                <a:gd name="connsiteY0" fmla="*/ 0 h 25803"/>
                <a:gd name="connsiteX1" fmla="*/ 0 w 5191426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1426" h="25803">
                  <a:moveTo>
                    <a:pt x="5191427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4D815041-F73F-32BF-E100-D8F528AABCA9}"/>
                </a:ext>
              </a:extLst>
            </p:cNvPr>
            <p:cNvSpPr/>
            <p:nvPr/>
          </p:nvSpPr>
          <p:spPr>
            <a:xfrm>
              <a:off x="16507158" y="3571395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C892C6F3-3C94-EA56-EAAE-2118BB2BB7AC}"/>
                </a:ext>
              </a:extLst>
            </p:cNvPr>
            <p:cNvSpPr/>
            <p:nvPr/>
          </p:nvSpPr>
          <p:spPr>
            <a:xfrm>
              <a:off x="26044685" y="496814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F8DFAF2D-F010-A92D-11E2-EF52CD5FB16D}"/>
                </a:ext>
              </a:extLst>
            </p:cNvPr>
            <p:cNvSpPr/>
            <p:nvPr/>
          </p:nvSpPr>
          <p:spPr>
            <a:xfrm>
              <a:off x="20570968" y="4968143"/>
              <a:ext cx="5473716" cy="25803"/>
            </a:xfrm>
            <a:custGeom>
              <a:avLst/>
              <a:gdLst>
                <a:gd name="connsiteX0" fmla="*/ 5473717 w 5473716"/>
                <a:gd name="connsiteY0" fmla="*/ 0 h 25803"/>
                <a:gd name="connsiteX1" fmla="*/ 0 w 5473716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73716" h="25803">
                  <a:moveTo>
                    <a:pt x="5473717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5C2E80EF-844F-6089-12EB-5570EDA730F0}"/>
                </a:ext>
              </a:extLst>
            </p:cNvPr>
            <p:cNvSpPr/>
            <p:nvPr/>
          </p:nvSpPr>
          <p:spPr>
            <a:xfrm>
              <a:off x="20570968" y="4968143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A4FD5DFF-BE48-18B5-92A9-0DEBB1E8ED1D}"/>
                </a:ext>
              </a:extLst>
            </p:cNvPr>
            <p:cNvSpPr/>
            <p:nvPr/>
          </p:nvSpPr>
          <p:spPr>
            <a:xfrm>
              <a:off x="22818719" y="450238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3557CC58-ABB8-8E81-7D87-D5CBA9309163}"/>
                </a:ext>
              </a:extLst>
            </p:cNvPr>
            <p:cNvSpPr/>
            <p:nvPr/>
          </p:nvSpPr>
          <p:spPr>
            <a:xfrm>
              <a:off x="17622390" y="4502389"/>
              <a:ext cx="5196329" cy="25803"/>
            </a:xfrm>
            <a:custGeom>
              <a:avLst/>
              <a:gdLst>
                <a:gd name="connsiteX0" fmla="*/ 5196330 w 5196329"/>
                <a:gd name="connsiteY0" fmla="*/ 0 h 25803"/>
                <a:gd name="connsiteX1" fmla="*/ 0 w 5196329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6329" h="25803">
                  <a:moveTo>
                    <a:pt x="519633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1F5FD9EB-620B-BBAC-CFC8-B31055D3AA23}"/>
                </a:ext>
              </a:extLst>
            </p:cNvPr>
            <p:cNvSpPr/>
            <p:nvPr/>
          </p:nvSpPr>
          <p:spPr>
            <a:xfrm>
              <a:off x="17622390" y="4502389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E1E51F8F-7FD1-7612-53C4-877B2AB804F7}"/>
                </a:ext>
              </a:extLst>
            </p:cNvPr>
            <p:cNvSpPr/>
            <p:nvPr/>
          </p:nvSpPr>
          <p:spPr>
            <a:xfrm>
              <a:off x="22958316" y="1567612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19947FA4-60A1-8CA4-A828-77287860ABD9}"/>
                </a:ext>
              </a:extLst>
            </p:cNvPr>
            <p:cNvSpPr/>
            <p:nvPr/>
          </p:nvSpPr>
          <p:spPr>
            <a:xfrm>
              <a:off x="17256495" y="15676121"/>
              <a:ext cx="5701821" cy="25803"/>
            </a:xfrm>
            <a:custGeom>
              <a:avLst/>
              <a:gdLst>
                <a:gd name="connsiteX0" fmla="*/ 5701821 w 5701821"/>
                <a:gd name="connsiteY0" fmla="*/ 0 h 25803"/>
                <a:gd name="connsiteX1" fmla="*/ 0 w 5701821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1821" h="25803">
                  <a:moveTo>
                    <a:pt x="5701821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DA218FCB-8974-959A-94C3-028AEFA9312A}"/>
                </a:ext>
              </a:extLst>
            </p:cNvPr>
            <p:cNvSpPr/>
            <p:nvPr/>
          </p:nvSpPr>
          <p:spPr>
            <a:xfrm>
              <a:off x="17256495" y="1567612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E5355FA0-7AE1-D8BA-D895-3E3AEC0375FA}"/>
                </a:ext>
              </a:extLst>
            </p:cNvPr>
            <p:cNvSpPr/>
            <p:nvPr/>
          </p:nvSpPr>
          <p:spPr>
            <a:xfrm>
              <a:off x="22270135" y="915813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C2DFB4F1-2903-3039-8413-8704D11F924C}"/>
                </a:ext>
              </a:extLst>
            </p:cNvPr>
            <p:cNvSpPr/>
            <p:nvPr/>
          </p:nvSpPr>
          <p:spPr>
            <a:xfrm>
              <a:off x="19246727" y="9158132"/>
              <a:ext cx="3023407" cy="25803"/>
            </a:xfrm>
            <a:custGeom>
              <a:avLst/>
              <a:gdLst>
                <a:gd name="connsiteX0" fmla="*/ 3023408 w 3023407"/>
                <a:gd name="connsiteY0" fmla="*/ 0 h 25803"/>
                <a:gd name="connsiteX1" fmla="*/ 0 w 3023407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3407" h="25803">
                  <a:moveTo>
                    <a:pt x="3023408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B6F59EBE-9457-E925-8566-68B6D7DCA8F2}"/>
                </a:ext>
              </a:extLst>
            </p:cNvPr>
            <p:cNvSpPr/>
            <p:nvPr/>
          </p:nvSpPr>
          <p:spPr>
            <a:xfrm>
              <a:off x="19246727" y="9158132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20DED6DA-F8C8-E2E2-6E76-A8E8A0BE7D3C}"/>
                </a:ext>
              </a:extLst>
            </p:cNvPr>
            <p:cNvSpPr/>
            <p:nvPr/>
          </p:nvSpPr>
          <p:spPr>
            <a:xfrm>
              <a:off x="20733789" y="543364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DB4B5D72-BD3E-440D-0EDC-5855F88ADC50}"/>
                </a:ext>
              </a:extLst>
            </p:cNvPr>
            <p:cNvSpPr/>
            <p:nvPr/>
          </p:nvSpPr>
          <p:spPr>
            <a:xfrm>
              <a:off x="13332799" y="5433641"/>
              <a:ext cx="7400990" cy="25803"/>
            </a:xfrm>
            <a:custGeom>
              <a:avLst/>
              <a:gdLst>
                <a:gd name="connsiteX0" fmla="*/ 7400990 w 7400990"/>
                <a:gd name="connsiteY0" fmla="*/ 0 h 25803"/>
                <a:gd name="connsiteX1" fmla="*/ 0 w 7400990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00990" h="25803">
                  <a:moveTo>
                    <a:pt x="740099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02B66C57-A2E1-6DF0-7569-AE5F8B4DC703}"/>
                </a:ext>
              </a:extLst>
            </p:cNvPr>
            <p:cNvSpPr/>
            <p:nvPr/>
          </p:nvSpPr>
          <p:spPr>
            <a:xfrm>
              <a:off x="13332799" y="5433641"/>
              <a:ext cx="25803" cy="25803"/>
            </a:xfrm>
            <a:custGeom>
              <a:avLst/>
              <a:gdLst>
                <a:gd name="connsiteX0" fmla="*/ 0 w 25803"/>
                <a:gd name="connsiteY0" fmla="*/ 0 h 25803"/>
                <a:gd name="connsiteX1" fmla="*/ 0 w 25803"/>
                <a:gd name="connsiteY1" fmla="*/ 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25803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66049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3E611E33-4DCD-967D-2AA2-11D4F72614D1}"/>
                </a:ext>
              </a:extLst>
            </p:cNvPr>
            <p:cNvSpPr/>
            <p:nvPr/>
          </p:nvSpPr>
          <p:spPr>
            <a:xfrm>
              <a:off x="22864391" y="15995054"/>
              <a:ext cx="293644" cy="293644"/>
            </a:xfrm>
            <a:custGeom>
              <a:avLst/>
              <a:gdLst>
                <a:gd name="connsiteX0" fmla="*/ 293644 w 293644"/>
                <a:gd name="connsiteY0" fmla="*/ 146823 h 293644"/>
                <a:gd name="connsiteX1" fmla="*/ 146822 w 293644"/>
                <a:gd name="connsiteY1" fmla="*/ 293646 h 293644"/>
                <a:gd name="connsiteX2" fmla="*/ -1 w 293644"/>
                <a:gd name="connsiteY2" fmla="*/ 146823 h 293644"/>
                <a:gd name="connsiteX3" fmla="*/ 146822 w 293644"/>
                <a:gd name="connsiteY3" fmla="*/ 1 h 293644"/>
                <a:gd name="connsiteX4" fmla="*/ 293644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4" y="146823"/>
                  </a:moveTo>
                  <a:cubicBezTo>
                    <a:pt x="293644" y="227911"/>
                    <a:pt x="227910" y="293646"/>
                    <a:pt x="146822" y="293646"/>
                  </a:cubicBezTo>
                  <a:cubicBezTo>
                    <a:pt x="65734" y="293646"/>
                    <a:pt x="-1" y="227911"/>
                    <a:pt x="-1" y="146823"/>
                  </a:cubicBezTo>
                  <a:cubicBezTo>
                    <a:pt x="-1" y="65735"/>
                    <a:pt x="65734" y="1"/>
                    <a:pt x="146822" y="1"/>
                  </a:cubicBezTo>
                  <a:cubicBezTo>
                    <a:pt x="227910" y="1"/>
                    <a:pt x="293644" y="65735"/>
                    <a:pt x="293644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17CAF071-70C3-B4B4-78C7-8B0DB2EC2DA3}"/>
                </a:ext>
              </a:extLst>
            </p:cNvPr>
            <p:cNvSpPr/>
            <p:nvPr/>
          </p:nvSpPr>
          <p:spPr>
            <a:xfrm>
              <a:off x="20033994" y="1562068"/>
              <a:ext cx="293644" cy="293644"/>
            </a:xfrm>
            <a:custGeom>
              <a:avLst/>
              <a:gdLst>
                <a:gd name="connsiteX0" fmla="*/ 293644 w 293644"/>
                <a:gd name="connsiteY0" fmla="*/ 146823 h 293644"/>
                <a:gd name="connsiteX1" fmla="*/ 146822 w 293644"/>
                <a:gd name="connsiteY1" fmla="*/ 293645 h 293644"/>
                <a:gd name="connsiteX2" fmla="*/ -1 w 293644"/>
                <a:gd name="connsiteY2" fmla="*/ 146823 h 293644"/>
                <a:gd name="connsiteX3" fmla="*/ 146822 w 293644"/>
                <a:gd name="connsiteY3" fmla="*/ 0 h 293644"/>
                <a:gd name="connsiteX4" fmla="*/ 293644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4" y="146823"/>
                  </a:moveTo>
                  <a:cubicBezTo>
                    <a:pt x="293644" y="227910"/>
                    <a:pt x="227910" y="293645"/>
                    <a:pt x="146822" y="293645"/>
                  </a:cubicBezTo>
                  <a:cubicBezTo>
                    <a:pt x="65733" y="293645"/>
                    <a:pt x="-1" y="227910"/>
                    <a:pt x="-1" y="146823"/>
                  </a:cubicBezTo>
                  <a:cubicBezTo>
                    <a:pt x="-1" y="65735"/>
                    <a:pt x="65733" y="0"/>
                    <a:pt x="146822" y="0"/>
                  </a:cubicBezTo>
                  <a:cubicBezTo>
                    <a:pt x="227910" y="0"/>
                    <a:pt x="293644" y="65735"/>
                    <a:pt x="293644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6A14D99D-0521-68E0-2ED3-2109F2E6053C}"/>
                </a:ext>
              </a:extLst>
            </p:cNvPr>
            <p:cNvSpPr/>
            <p:nvPr/>
          </p:nvSpPr>
          <p:spPr>
            <a:xfrm>
              <a:off x="18792583" y="5752315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2 w 293644"/>
                <a:gd name="connsiteY1" fmla="*/ 293645 h 293644"/>
                <a:gd name="connsiteX2" fmla="*/ 0 w 293644"/>
                <a:gd name="connsiteY2" fmla="*/ 146822 h 293644"/>
                <a:gd name="connsiteX3" fmla="*/ 146822 w 293644"/>
                <a:gd name="connsiteY3" fmla="*/ 0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0"/>
                    <a:pt x="227910" y="293645"/>
                    <a:pt x="146822" y="293645"/>
                  </a:cubicBezTo>
                  <a:cubicBezTo>
                    <a:pt x="65734" y="293645"/>
                    <a:pt x="0" y="227910"/>
                    <a:pt x="0" y="146822"/>
                  </a:cubicBezTo>
                  <a:cubicBezTo>
                    <a:pt x="0" y="65735"/>
                    <a:pt x="65734" y="0"/>
                    <a:pt x="146822" y="0"/>
                  </a:cubicBezTo>
                  <a:cubicBezTo>
                    <a:pt x="227910" y="0"/>
                    <a:pt x="293645" y="65735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07612827-FFD3-1051-26D2-8E032554D0BB}"/>
                </a:ext>
              </a:extLst>
            </p:cNvPr>
            <p:cNvSpPr/>
            <p:nvPr/>
          </p:nvSpPr>
          <p:spPr>
            <a:xfrm>
              <a:off x="19893881" y="10408059"/>
              <a:ext cx="293644" cy="293644"/>
            </a:xfrm>
            <a:custGeom>
              <a:avLst/>
              <a:gdLst>
                <a:gd name="connsiteX0" fmla="*/ 293644 w 293644"/>
                <a:gd name="connsiteY0" fmla="*/ 146823 h 293644"/>
                <a:gd name="connsiteX1" fmla="*/ 146822 w 293644"/>
                <a:gd name="connsiteY1" fmla="*/ 293645 h 293644"/>
                <a:gd name="connsiteX2" fmla="*/ -1 w 293644"/>
                <a:gd name="connsiteY2" fmla="*/ 146823 h 293644"/>
                <a:gd name="connsiteX3" fmla="*/ 146822 w 293644"/>
                <a:gd name="connsiteY3" fmla="*/ 0 h 293644"/>
                <a:gd name="connsiteX4" fmla="*/ 293644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4" y="146823"/>
                  </a:moveTo>
                  <a:cubicBezTo>
                    <a:pt x="293644" y="227910"/>
                    <a:pt x="227910" y="293645"/>
                    <a:pt x="146822" y="293645"/>
                  </a:cubicBezTo>
                  <a:cubicBezTo>
                    <a:pt x="65734" y="293645"/>
                    <a:pt x="-1" y="227911"/>
                    <a:pt x="-1" y="146823"/>
                  </a:cubicBezTo>
                  <a:cubicBezTo>
                    <a:pt x="-1" y="65735"/>
                    <a:pt x="65734" y="0"/>
                    <a:pt x="146822" y="0"/>
                  </a:cubicBezTo>
                  <a:cubicBezTo>
                    <a:pt x="227910" y="0"/>
                    <a:pt x="293644" y="65734"/>
                    <a:pt x="293644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451830E6-B7EB-A93D-0646-289FF52839F0}"/>
                </a:ext>
              </a:extLst>
            </p:cNvPr>
            <p:cNvSpPr/>
            <p:nvPr/>
          </p:nvSpPr>
          <p:spPr>
            <a:xfrm>
              <a:off x="19742930" y="9476807"/>
              <a:ext cx="293644" cy="293644"/>
            </a:xfrm>
            <a:custGeom>
              <a:avLst/>
              <a:gdLst>
                <a:gd name="connsiteX0" fmla="*/ 293645 w 293644"/>
                <a:gd name="connsiteY0" fmla="*/ 146823 h 293644"/>
                <a:gd name="connsiteX1" fmla="*/ 146823 w 293644"/>
                <a:gd name="connsiteY1" fmla="*/ 293645 h 293644"/>
                <a:gd name="connsiteX2" fmla="*/ 0 w 293644"/>
                <a:gd name="connsiteY2" fmla="*/ 146823 h 293644"/>
                <a:gd name="connsiteX3" fmla="*/ 146823 w 293644"/>
                <a:gd name="connsiteY3" fmla="*/ 0 h 293644"/>
                <a:gd name="connsiteX4" fmla="*/ 293645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3"/>
                  </a:moveTo>
                  <a:cubicBezTo>
                    <a:pt x="293645" y="227910"/>
                    <a:pt x="227911" y="293645"/>
                    <a:pt x="146823" y="293645"/>
                  </a:cubicBezTo>
                  <a:cubicBezTo>
                    <a:pt x="65734" y="293645"/>
                    <a:pt x="0" y="227911"/>
                    <a:pt x="0" y="146823"/>
                  </a:cubicBezTo>
                  <a:cubicBezTo>
                    <a:pt x="0" y="65735"/>
                    <a:pt x="65734" y="0"/>
                    <a:pt x="146823" y="0"/>
                  </a:cubicBezTo>
                  <a:cubicBezTo>
                    <a:pt x="227911" y="0"/>
                    <a:pt x="293645" y="65734"/>
                    <a:pt x="293645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2B769841-D6F0-BA6D-45D4-ABF69DB488CB}"/>
                </a:ext>
              </a:extLst>
            </p:cNvPr>
            <p:cNvSpPr/>
            <p:nvPr/>
          </p:nvSpPr>
          <p:spPr>
            <a:xfrm>
              <a:off x="19986000" y="12270305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2 w 293644"/>
                <a:gd name="connsiteY1" fmla="*/ 293645 h 293644"/>
                <a:gd name="connsiteX2" fmla="*/ 0 w 293644"/>
                <a:gd name="connsiteY2" fmla="*/ 146822 h 293644"/>
                <a:gd name="connsiteX3" fmla="*/ 146822 w 293644"/>
                <a:gd name="connsiteY3" fmla="*/ 0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0"/>
                    <a:pt x="227910" y="293645"/>
                    <a:pt x="146822" y="293645"/>
                  </a:cubicBezTo>
                  <a:cubicBezTo>
                    <a:pt x="65734" y="293645"/>
                    <a:pt x="0" y="227910"/>
                    <a:pt x="0" y="146822"/>
                  </a:cubicBezTo>
                  <a:cubicBezTo>
                    <a:pt x="0" y="65735"/>
                    <a:pt x="65734" y="0"/>
                    <a:pt x="146822" y="0"/>
                  </a:cubicBezTo>
                  <a:cubicBezTo>
                    <a:pt x="227910" y="0"/>
                    <a:pt x="293645" y="65734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D999E452-762B-2741-A4BD-9CE1C7FDB807}"/>
                </a:ext>
              </a:extLst>
            </p:cNvPr>
            <p:cNvSpPr/>
            <p:nvPr/>
          </p:nvSpPr>
          <p:spPr>
            <a:xfrm>
              <a:off x="19133707" y="10873556"/>
              <a:ext cx="293644" cy="293644"/>
            </a:xfrm>
            <a:custGeom>
              <a:avLst/>
              <a:gdLst>
                <a:gd name="connsiteX0" fmla="*/ 293646 w 293644"/>
                <a:gd name="connsiteY0" fmla="*/ 146823 h 293644"/>
                <a:gd name="connsiteX1" fmla="*/ 146823 w 293644"/>
                <a:gd name="connsiteY1" fmla="*/ 293645 h 293644"/>
                <a:gd name="connsiteX2" fmla="*/ 0 w 293644"/>
                <a:gd name="connsiteY2" fmla="*/ 146823 h 293644"/>
                <a:gd name="connsiteX3" fmla="*/ 146823 w 293644"/>
                <a:gd name="connsiteY3" fmla="*/ 0 h 293644"/>
                <a:gd name="connsiteX4" fmla="*/ 293646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6" y="146823"/>
                  </a:moveTo>
                  <a:cubicBezTo>
                    <a:pt x="293646" y="227910"/>
                    <a:pt x="227911" y="293645"/>
                    <a:pt x="146823" y="293645"/>
                  </a:cubicBezTo>
                  <a:cubicBezTo>
                    <a:pt x="65735" y="293645"/>
                    <a:pt x="0" y="227911"/>
                    <a:pt x="0" y="146823"/>
                  </a:cubicBezTo>
                  <a:cubicBezTo>
                    <a:pt x="0" y="65735"/>
                    <a:pt x="65735" y="0"/>
                    <a:pt x="146823" y="0"/>
                  </a:cubicBezTo>
                  <a:cubicBezTo>
                    <a:pt x="227911" y="0"/>
                    <a:pt x="293646" y="65735"/>
                    <a:pt x="293646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82453335-1044-7E02-B13E-3B37D49517A2}"/>
                </a:ext>
              </a:extLst>
            </p:cNvPr>
            <p:cNvSpPr/>
            <p:nvPr/>
          </p:nvSpPr>
          <p:spPr>
            <a:xfrm>
              <a:off x="19288786" y="9942562"/>
              <a:ext cx="293644" cy="293644"/>
            </a:xfrm>
            <a:custGeom>
              <a:avLst/>
              <a:gdLst>
                <a:gd name="connsiteX0" fmla="*/ 293646 w 293644"/>
                <a:gd name="connsiteY0" fmla="*/ 146822 h 293644"/>
                <a:gd name="connsiteX1" fmla="*/ 146823 w 293644"/>
                <a:gd name="connsiteY1" fmla="*/ 293645 h 293644"/>
                <a:gd name="connsiteX2" fmla="*/ 1 w 293644"/>
                <a:gd name="connsiteY2" fmla="*/ 146822 h 293644"/>
                <a:gd name="connsiteX3" fmla="*/ 146823 w 293644"/>
                <a:gd name="connsiteY3" fmla="*/ 0 h 293644"/>
                <a:gd name="connsiteX4" fmla="*/ 293646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6" y="146822"/>
                  </a:moveTo>
                  <a:cubicBezTo>
                    <a:pt x="293646" y="227910"/>
                    <a:pt x="227911" y="293645"/>
                    <a:pt x="146823" y="293645"/>
                  </a:cubicBezTo>
                  <a:cubicBezTo>
                    <a:pt x="65735" y="293645"/>
                    <a:pt x="1" y="227911"/>
                    <a:pt x="1" y="146822"/>
                  </a:cubicBezTo>
                  <a:cubicBezTo>
                    <a:pt x="1" y="65735"/>
                    <a:pt x="65735" y="0"/>
                    <a:pt x="146823" y="0"/>
                  </a:cubicBezTo>
                  <a:cubicBezTo>
                    <a:pt x="227911" y="0"/>
                    <a:pt x="293646" y="65734"/>
                    <a:pt x="293646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EDA440CB-70A9-5CFE-B6F2-F1974E9D74A3}"/>
                </a:ext>
              </a:extLst>
            </p:cNvPr>
            <p:cNvSpPr/>
            <p:nvPr/>
          </p:nvSpPr>
          <p:spPr>
            <a:xfrm>
              <a:off x="20801136" y="14132550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3 w 293644"/>
                <a:gd name="connsiteY1" fmla="*/ 293644 h 293644"/>
                <a:gd name="connsiteX2" fmla="*/ 0 w 293644"/>
                <a:gd name="connsiteY2" fmla="*/ 146822 h 293644"/>
                <a:gd name="connsiteX3" fmla="*/ 146823 w 293644"/>
                <a:gd name="connsiteY3" fmla="*/ -1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0"/>
                    <a:pt x="227911" y="293644"/>
                    <a:pt x="146823" y="293644"/>
                  </a:cubicBezTo>
                  <a:cubicBezTo>
                    <a:pt x="65735" y="293644"/>
                    <a:pt x="0" y="227910"/>
                    <a:pt x="0" y="146822"/>
                  </a:cubicBezTo>
                  <a:cubicBezTo>
                    <a:pt x="0" y="65733"/>
                    <a:pt x="65735" y="-1"/>
                    <a:pt x="146823" y="-1"/>
                  </a:cubicBezTo>
                  <a:cubicBezTo>
                    <a:pt x="227911" y="-1"/>
                    <a:pt x="293645" y="65733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5C357204-A40D-5D69-98C7-B7F76AA4B9B9}"/>
                </a:ext>
              </a:extLst>
            </p:cNvPr>
            <p:cNvSpPr/>
            <p:nvPr/>
          </p:nvSpPr>
          <p:spPr>
            <a:xfrm>
              <a:off x="19966647" y="7614561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2 w 293644"/>
                <a:gd name="connsiteY1" fmla="*/ 293645 h 293644"/>
                <a:gd name="connsiteX2" fmla="*/ 0 w 293644"/>
                <a:gd name="connsiteY2" fmla="*/ 146822 h 293644"/>
                <a:gd name="connsiteX3" fmla="*/ 146822 w 293644"/>
                <a:gd name="connsiteY3" fmla="*/ 0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0"/>
                    <a:pt x="227910" y="293645"/>
                    <a:pt x="146822" y="293645"/>
                  </a:cubicBezTo>
                  <a:cubicBezTo>
                    <a:pt x="65734" y="293645"/>
                    <a:pt x="0" y="227911"/>
                    <a:pt x="0" y="146822"/>
                  </a:cubicBezTo>
                  <a:cubicBezTo>
                    <a:pt x="0" y="65735"/>
                    <a:pt x="65734" y="0"/>
                    <a:pt x="146822" y="0"/>
                  </a:cubicBezTo>
                  <a:cubicBezTo>
                    <a:pt x="227910" y="0"/>
                    <a:pt x="293645" y="65734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709B4E2A-5D2A-41B7-13C0-08570535AC0A}"/>
                </a:ext>
              </a:extLst>
            </p:cNvPr>
            <p:cNvSpPr/>
            <p:nvPr/>
          </p:nvSpPr>
          <p:spPr>
            <a:xfrm>
              <a:off x="19640489" y="6683567"/>
              <a:ext cx="293644" cy="293644"/>
            </a:xfrm>
            <a:custGeom>
              <a:avLst/>
              <a:gdLst>
                <a:gd name="connsiteX0" fmla="*/ 293644 w 293644"/>
                <a:gd name="connsiteY0" fmla="*/ 146822 h 293644"/>
                <a:gd name="connsiteX1" fmla="*/ 146822 w 293644"/>
                <a:gd name="connsiteY1" fmla="*/ 293644 h 293644"/>
                <a:gd name="connsiteX2" fmla="*/ -1 w 293644"/>
                <a:gd name="connsiteY2" fmla="*/ 146822 h 293644"/>
                <a:gd name="connsiteX3" fmla="*/ 146822 w 293644"/>
                <a:gd name="connsiteY3" fmla="*/ -1 h 293644"/>
                <a:gd name="connsiteX4" fmla="*/ 293644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4" y="146822"/>
                  </a:moveTo>
                  <a:cubicBezTo>
                    <a:pt x="293644" y="227910"/>
                    <a:pt x="227910" y="293644"/>
                    <a:pt x="146822" y="293644"/>
                  </a:cubicBezTo>
                  <a:cubicBezTo>
                    <a:pt x="65733" y="293644"/>
                    <a:pt x="-1" y="227910"/>
                    <a:pt x="-1" y="146822"/>
                  </a:cubicBezTo>
                  <a:cubicBezTo>
                    <a:pt x="-1" y="65734"/>
                    <a:pt x="65733" y="-1"/>
                    <a:pt x="146822" y="-1"/>
                  </a:cubicBezTo>
                  <a:cubicBezTo>
                    <a:pt x="227910" y="-1"/>
                    <a:pt x="293644" y="65734"/>
                    <a:pt x="293644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33418979-00C0-F225-DF1F-C620772FCB59}"/>
                </a:ext>
              </a:extLst>
            </p:cNvPr>
            <p:cNvSpPr/>
            <p:nvPr/>
          </p:nvSpPr>
          <p:spPr>
            <a:xfrm>
              <a:off x="19874012" y="6217812"/>
              <a:ext cx="293644" cy="293644"/>
            </a:xfrm>
            <a:custGeom>
              <a:avLst/>
              <a:gdLst>
                <a:gd name="connsiteX0" fmla="*/ 293646 w 293644"/>
                <a:gd name="connsiteY0" fmla="*/ 146823 h 293644"/>
                <a:gd name="connsiteX1" fmla="*/ 146823 w 293644"/>
                <a:gd name="connsiteY1" fmla="*/ 293645 h 293644"/>
                <a:gd name="connsiteX2" fmla="*/ 0 w 293644"/>
                <a:gd name="connsiteY2" fmla="*/ 146823 h 293644"/>
                <a:gd name="connsiteX3" fmla="*/ 146823 w 293644"/>
                <a:gd name="connsiteY3" fmla="*/ 0 h 293644"/>
                <a:gd name="connsiteX4" fmla="*/ 293646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6" y="146823"/>
                  </a:moveTo>
                  <a:cubicBezTo>
                    <a:pt x="293646" y="227911"/>
                    <a:pt x="227911" y="293645"/>
                    <a:pt x="146823" y="293645"/>
                  </a:cubicBezTo>
                  <a:cubicBezTo>
                    <a:pt x="65735" y="293645"/>
                    <a:pt x="0" y="227911"/>
                    <a:pt x="0" y="146823"/>
                  </a:cubicBezTo>
                  <a:cubicBezTo>
                    <a:pt x="0" y="65735"/>
                    <a:pt x="65735" y="0"/>
                    <a:pt x="146823" y="0"/>
                  </a:cubicBezTo>
                  <a:cubicBezTo>
                    <a:pt x="227911" y="0"/>
                    <a:pt x="293646" y="65735"/>
                    <a:pt x="293646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9F4D15E9-8573-8454-58DA-B2F133E18442}"/>
                </a:ext>
              </a:extLst>
            </p:cNvPr>
            <p:cNvSpPr/>
            <p:nvPr/>
          </p:nvSpPr>
          <p:spPr>
            <a:xfrm>
              <a:off x="19168800" y="11339311"/>
              <a:ext cx="293644" cy="293644"/>
            </a:xfrm>
            <a:custGeom>
              <a:avLst/>
              <a:gdLst>
                <a:gd name="connsiteX0" fmla="*/ 293645 w 293644"/>
                <a:gd name="connsiteY0" fmla="*/ 146823 h 293644"/>
                <a:gd name="connsiteX1" fmla="*/ 146823 w 293644"/>
                <a:gd name="connsiteY1" fmla="*/ 293645 h 293644"/>
                <a:gd name="connsiteX2" fmla="*/ 0 w 293644"/>
                <a:gd name="connsiteY2" fmla="*/ 146823 h 293644"/>
                <a:gd name="connsiteX3" fmla="*/ 146823 w 293644"/>
                <a:gd name="connsiteY3" fmla="*/ 0 h 293644"/>
                <a:gd name="connsiteX4" fmla="*/ 293645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3"/>
                  </a:moveTo>
                  <a:cubicBezTo>
                    <a:pt x="293645" y="227910"/>
                    <a:pt x="227911" y="293645"/>
                    <a:pt x="146823" y="293645"/>
                  </a:cubicBezTo>
                  <a:cubicBezTo>
                    <a:pt x="65734" y="293645"/>
                    <a:pt x="0" y="227911"/>
                    <a:pt x="0" y="146823"/>
                  </a:cubicBezTo>
                  <a:cubicBezTo>
                    <a:pt x="0" y="65735"/>
                    <a:pt x="65734" y="0"/>
                    <a:pt x="146823" y="0"/>
                  </a:cubicBezTo>
                  <a:cubicBezTo>
                    <a:pt x="227911" y="0"/>
                    <a:pt x="293645" y="65734"/>
                    <a:pt x="293645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96F262B5-F252-CC9F-B809-8811FD031413}"/>
                </a:ext>
              </a:extLst>
            </p:cNvPr>
            <p:cNvSpPr/>
            <p:nvPr/>
          </p:nvSpPr>
          <p:spPr>
            <a:xfrm>
              <a:off x="19716094" y="13201557"/>
              <a:ext cx="293644" cy="293644"/>
            </a:xfrm>
            <a:custGeom>
              <a:avLst/>
              <a:gdLst>
                <a:gd name="connsiteX0" fmla="*/ 293646 w 293644"/>
                <a:gd name="connsiteY0" fmla="*/ 146823 h 293644"/>
                <a:gd name="connsiteX1" fmla="*/ 146823 w 293644"/>
                <a:gd name="connsiteY1" fmla="*/ 293645 h 293644"/>
                <a:gd name="connsiteX2" fmla="*/ 1 w 293644"/>
                <a:gd name="connsiteY2" fmla="*/ 146823 h 293644"/>
                <a:gd name="connsiteX3" fmla="*/ 146823 w 293644"/>
                <a:gd name="connsiteY3" fmla="*/ 0 h 293644"/>
                <a:gd name="connsiteX4" fmla="*/ 293646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6" y="146823"/>
                  </a:moveTo>
                  <a:cubicBezTo>
                    <a:pt x="293646" y="227910"/>
                    <a:pt x="227911" y="293645"/>
                    <a:pt x="146823" y="293645"/>
                  </a:cubicBezTo>
                  <a:cubicBezTo>
                    <a:pt x="65735" y="293645"/>
                    <a:pt x="1" y="227911"/>
                    <a:pt x="1" y="146823"/>
                  </a:cubicBezTo>
                  <a:cubicBezTo>
                    <a:pt x="1" y="65735"/>
                    <a:pt x="65735" y="0"/>
                    <a:pt x="146823" y="0"/>
                  </a:cubicBezTo>
                  <a:cubicBezTo>
                    <a:pt x="227911" y="0"/>
                    <a:pt x="293646" y="65735"/>
                    <a:pt x="293646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93EE6654-56D3-C0BB-9907-8A5FDFB1710E}"/>
                </a:ext>
              </a:extLst>
            </p:cNvPr>
            <p:cNvSpPr/>
            <p:nvPr/>
          </p:nvSpPr>
          <p:spPr>
            <a:xfrm>
              <a:off x="19360520" y="12736060"/>
              <a:ext cx="293644" cy="293644"/>
            </a:xfrm>
            <a:custGeom>
              <a:avLst/>
              <a:gdLst>
                <a:gd name="connsiteX0" fmla="*/ 293645 w 293644"/>
                <a:gd name="connsiteY0" fmla="*/ 146823 h 293644"/>
                <a:gd name="connsiteX1" fmla="*/ 146822 w 293644"/>
                <a:gd name="connsiteY1" fmla="*/ 293645 h 293644"/>
                <a:gd name="connsiteX2" fmla="*/ 0 w 293644"/>
                <a:gd name="connsiteY2" fmla="*/ 146823 h 293644"/>
                <a:gd name="connsiteX3" fmla="*/ 146822 w 293644"/>
                <a:gd name="connsiteY3" fmla="*/ 0 h 293644"/>
                <a:gd name="connsiteX4" fmla="*/ 293645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3"/>
                  </a:moveTo>
                  <a:cubicBezTo>
                    <a:pt x="293645" y="227910"/>
                    <a:pt x="227911" y="293645"/>
                    <a:pt x="146822" y="293645"/>
                  </a:cubicBezTo>
                  <a:cubicBezTo>
                    <a:pt x="65734" y="293645"/>
                    <a:pt x="0" y="227911"/>
                    <a:pt x="0" y="146823"/>
                  </a:cubicBezTo>
                  <a:cubicBezTo>
                    <a:pt x="0" y="65735"/>
                    <a:pt x="65734" y="0"/>
                    <a:pt x="146822" y="0"/>
                  </a:cubicBezTo>
                  <a:cubicBezTo>
                    <a:pt x="227911" y="0"/>
                    <a:pt x="293645" y="65734"/>
                    <a:pt x="293645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B49C9B4E-D7DE-7CD7-D844-707013BF714D}"/>
                </a:ext>
              </a:extLst>
            </p:cNvPr>
            <p:cNvSpPr/>
            <p:nvPr/>
          </p:nvSpPr>
          <p:spPr>
            <a:xfrm>
              <a:off x="18776843" y="2958817"/>
              <a:ext cx="293644" cy="293644"/>
            </a:xfrm>
            <a:custGeom>
              <a:avLst/>
              <a:gdLst>
                <a:gd name="connsiteX0" fmla="*/ 293645 w 293644"/>
                <a:gd name="connsiteY0" fmla="*/ 146823 h 293644"/>
                <a:gd name="connsiteX1" fmla="*/ 146823 w 293644"/>
                <a:gd name="connsiteY1" fmla="*/ 293645 h 293644"/>
                <a:gd name="connsiteX2" fmla="*/ 0 w 293644"/>
                <a:gd name="connsiteY2" fmla="*/ 146823 h 293644"/>
                <a:gd name="connsiteX3" fmla="*/ 146823 w 293644"/>
                <a:gd name="connsiteY3" fmla="*/ 0 h 293644"/>
                <a:gd name="connsiteX4" fmla="*/ 293645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3"/>
                  </a:moveTo>
                  <a:cubicBezTo>
                    <a:pt x="293645" y="227910"/>
                    <a:pt x="227911" y="293645"/>
                    <a:pt x="146823" y="293645"/>
                  </a:cubicBezTo>
                  <a:cubicBezTo>
                    <a:pt x="65734" y="293645"/>
                    <a:pt x="0" y="227910"/>
                    <a:pt x="0" y="146823"/>
                  </a:cubicBezTo>
                  <a:cubicBezTo>
                    <a:pt x="0" y="65735"/>
                    <a:pt x="65734" y="0"/>
                    <a:pt x="146823" y="0"/>
                  </a:cubicBezTo>
                  <a:cubicBezTo>
                    <a:pt x="227911" y="0"/>
                    <a:pt x="293645" y="65735"/>
                    <a:pt x="293645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1FAD33CD-FBE9-9D1C-AFB7-83F78154D0C5}"/>
                </a:ext>
              </a:extLst>
            </p:cNvPr>
            <p:cNvSpPr/>
            <p:nvPr/>
          </p:nvSpPr>
          <p:spPr>
            <a:xfrm>
              <a:off x="19128804" y="2493320"/>
              <a:ext cx="293644" cy="293644"/>
            </a:xfrm>
            <a:custGeom>
              <a:avLst/>
              <a:gdLst>
                <a:gd name="connsiteX0" fmla="*/ 293645 w 293644"/>
                <a:gd name="connsiteY0" fmla="*/ 146823 h 293644"/>
                <a:gd name="connsiteX1" fmla="*/ 146823 w 293644"/>
                <a:gd name="connsiteY1" fmla="*/ 293645 h 293644"/>
                <a:gd name="connsiteX2" fmla="*/ 0 w 293644"/>
                <a:gd name="connsiteY2" fmla="*/ 146823 h 293644"/>
                <a:gd name="connsiteX3" fmla="*/ 146823 w 293644"/>
                <a:gd name="connsiteY3" fmla="*/ 0 h 293644"/>
                <a:gd name="connsiteX4" fmla="*/ 293645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3"/>
                  </a:moveTo>
                  <a:cubicBezTo>
                    <a:pt x="293645" y="227910"/>
                    <a:pt x="227911" y="293645"/>
                    <a:pt x="146823" y="293645"/>
                  </a:cubicBezTo>
                  <a:cubicBezTo>
                    <a:pt x="65735" y="293645"/>
                    <a:pt x="0" y="227910"/>
                    <a:pt x="0" y="146823"/>
                  </a:cubicBezTo>
                  <a:cubicBezTo>
                    <a:pt x="0" y="65735"/>
                    <a:pt x="65735" y="0"/>
                    <a:pt x="146823" y="0"/>
                  </a:cubicBezTo>
                  <a:cubicBezTo>
                    <a:pt x="227911" y="0"/>
                    <a:pt x="293645" y="65735"/>
                    <a:pt x="293645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9ACA9BC6-A2F2-1A63-16C6-2E9D7186D8EA}"/>
                </a:ext>
              </a:extLst>
            </p:cNvPr>
            <p:cNvSpPr/>
            <p:nvPr/>
          </p:nvSpPr>
          <p:spPr>
            <a:xfrm>
              <a:off x="18757748" y="3890069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3 w 293644"/>
                <a:gd name="connsiteY1" fmla="*/ 293645 h 293644"/>
                <a:gd name="connsiteX2" fmla="*/ 0 w 293644"/>
                <a:gd name="connsiteY2" fmla="*/ 146822 h 293644"/>
                <a:gd name="connsiteX3" fmla="*/ 146823 w 293644"/>
                <a:gd name="connsiteY3" fmla="*/ 0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0"/>
                    <a:pt x="227911" y="293645"/>
                    <a:pt x="146823" y="293645"/>
                  </a:cubicBezTo>
                  <a:cubicBezTo>
                    <a:pt x="65734" y="293645"/>
                    <a:pt x="0" y="227910"/>
                    <a:pt x="0" y="146822"/>
                  </a:cubicBezTo>
                  <a:cubicBezTo>
                    <a:pt x="0" y="65735"/>
                    <a:pt x="65734" y="0"/>
                    <a:pt x="146823" y="0"/>
                  </a:cubicBezTo>
                  <a:cubicBezTo>
                    <a:pt x="227911" y="0"/>
                    <a:pt x="293645" y="65735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B0498AE3-FB8C-DD71-6329-AD844A45CDE2}"/>
                </a:ext>
              </a:extLst>
            </p:cNvPr>
            <p:cNvSpPr/>
            <p:nvPr/>
          </p:nvSpPr>
          <p:spPr>
            <a:xfrm>
              <a:off x="21317982" y="11804808"/>
              <a:ext cx="293644" cy="293644"/>
            </a:xfrm>
            <a:custGeom>
              <a:avLst/>
              <a:gdLst>
                <a:gd name="connsiteX0" fmla="*/ 293645 w 293644"/>
                <a:gd name="connsiteY0" fmla="*/ 146823 h 293644"/>
                <a:gd name="connsiteX1" fmla="*/ 146822 w 293644"/>
                <a:gd name="connsiteY1" fmla="*/ 293645 h 293644"/>
                <a:gd name="connsiteX2" fmla="*/ -1 w 293644"/>
                <a:gd name="connsiteY2" fmla="*/ 146823 h 293644"/>
                <a:gd name="connsiteX3" fmla="*/ 146822 w 293644"/>
                <a:gd name="connsiteY3" fmla="*/ 0 h 293644"/>
                <a:gd name="connsiteX4" fmla="*/ 293645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3"/>
                  </a:moveTo>
                  <a:cubicBezTo>
                    <a:pt x="293645" y="227910"/>
                    <a:pt x="227910" y="293645"/>
                    <a:pt x="146822" y="293645"/>
                  </a:cubicBezTo>
                  <a:cubicBezTo>
                    <a:pt x="65734" y="293645"/>
                    <a:pt x="-1" y="227911"/>
                    <a:pt x="-1" y="146823"/>
                  </a:cubicBezTo>
                  <a:cubicBezTo>
                    <a:pt x="-1" y="65735"/>
                    <a:pt x="65734" y="0"/>
                    <a:pt x="146822" y="0"/>
                  </a:cubicBezTo>
                  <a:cubicBezTo>
                    <a:pt x="227910" y="0"/>
                    <a:pt x="293645" y="65734"/>
                    <a:pt x="293645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3CDA9BF7-7517-60EF-7CEB-1B7BD9055F75}"/>
                </a:ext>
              </a:extLst>
            </p:cNvPr>
            <p:cNvSpPr/>
            <p:nvPr/>
          </p:nvSpPr>
          <p:spPr>
            <a:xfrm>
              <a:off x="17845591" y="15063802"/>
              <a:ext cx="293644" cy="293644"/>
            </a:xfrm>
            <a:custGeom>
              <a:avLst/>
              <a:gdLst>
                <a:gd name="connsiteX0" fmla="*/ 293644 w 293644"/>
                <a:gd name="connsiteY0" fmla="*/ 146822 h 293644"/>
                <a:gd name="connsiteX1" fmla="*/ 146822 w 293644"/>
                <a:gd name="connsiteY1" fmla="*/ 293645 h 293644"/>
                <a:gd name="connsiteX2" fmla="*/ -1 w 293644"/>
                <a:gd name="connsiteY2" fmla="*/ 146822 h 293644"/>
                <a:gd name="connsiteX3" fmla="*/ 146822 w 293644"/>
                <a:gd name="connsiteY3" fmla="*/ 0 h 293644"/>
                <a:gd name="connsiteX4" fmla="*/ 293644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4" y="146822"/>
                  </a:moveTo>
                  <a:cubicBezTo>
                    <a:pt x="293644" y="227911"/>
                    <a:pt x="227910" y="293645"/>
                    <a:pt x="146822" y="293645"/>
                  </a:cubicBezTo>
                  <a:cubicBezTo>
                    <a:pt x="65734" y="293645"/>
                    <a:pt x="-1" y="227911"/>
                    <a:pt x="-1" y="146822"/>
                  </a:cubicBezTo>
                  <a:cubicBezTo>
                    <a:pt x="-1" y="65734"/>
                    <a:pt x="65734" y="0"/>
                    <a:pt x="146822" y="0"/>
                  </a:cubicBezTo>
                  <a:cubicBezTo>
                    <a:pt x="227910" y="0"/>
                    <a:pt x="293644" y="65734"/>
                    <a:pt x="293644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BD4F02C4-D4A4-C95A-09D9-BE202581B0B1}"/>
                </a:ext>
              </a:extLst>
            </p:cNvPr>
            <p:cNvSpPr/>
            <p:nvPr/>
          </p:nvSpPr>
          <p:spPr>
            <a:xfrm>
              <a:off x="18926762" y="14598305"/>
              <a:ext cx="293644" cy="293644"/>
            </a:xfrm>
            <a:custGeom>
              <a:avLst/>
              <a:gdLst>
                <a:gd name="connsiteX0" fmla="*/ 293645 w 293644"/>
                <a:gd name="connsiteY0" fmla="*/ 146823 h 293644"/>
                <a:gd name="connsiteX1" fmla="*/ 146822 w 293644"/>
                <a:gd name="connsiteY1" fmla="*/ 293646 h 293644"/>
                <a:gd name="connsiteX2" fmla="*/ 0 w 293644"/>
                <a:gd name="connsiteY2" fmla="*/ 146823 h 293644"/>
                <a:gd name="connsiteX3" fmla="*/ 146822 w 293644"/>
                <a:gd name="connsiteY3" fmla="*/ 0 h 293644"/>
                <a:gd name="connsiteX4" fmla="*/ 293645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3"/>
                  </a:moveTo>
                  <a:cubicBezTo>
                    <a:pt x="293645" y="227911"/>
                    <a:pt x="227911" y="293646"/>
                    <a:pt x="146822" y="293646"/>
                  </a:cubicBezTo>
                  <a:cubicBezTo>
                    <a:pt x="65734" y="293646"/>
                    <a:pt x="0" y="227911"/>
                    <a:pt x="0" y="146823"/>
                  </a:cubicBezTo>
                  <a:cubicBezTo>
                    <a:pt x="0" y="65735"/>
                    <a:pt x="65734" y="0"/>
                    <a:pt x="146822" y="0"/>
                  </a:cubicBezTo>
                  <a:cubicBezTo>
                    <a:pt x="227911" y="0"/>
                    <a:pt x="293645" y="65735"/>
                    <a:pt x="293645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8D8CBA9A-0F0D-1622-043B-AD018960A6FC}"/>
                </a:ext>
              </a:extLst>
            </p:cNvPr>
            <p:cNvSpPr/>
            <p:nvPr/>
          </p:nvSpPr>
          <p:spPr>
            <a:xfrm>
              <a:off x="18952565" y="8545813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2 w 293644"/>
                <a:gd name="connsiteY1" fmla="*/ 293645 h 293644"/>
                <a:gd name="connsiteX2" fmla="*/ 0 w 293644"/>
                <a:gd name="connsiteY2" fmla="*/ 146822 h 293644"/>
                <a:gd name="connsiteX3" fmla="*/ 146822 w 293644"/>
                <a:gd name="connsiteY3" fmla="*/ 0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0"/>
                    <a:pt x="227911" y="293645"/>
                    <a:pt x="146822" y="293645"/>
                  </a:cubicBezTo>
                  <a:cubicBezTo>
                    <a:pt x="65734" y="293645"/>
                    <a:pt x="0" y="227911"/>
                    <a:pt x="0" y="146822"/>
                  </a:cubicBezTo>
                  <a:cubicBezTo>
                    <a:pt x="0" y="65735"/>
                    <a:pt x="65734" y="0"/>
                    <a:pt x="146822" y="0"/>
                  </a:cubicBezTo>
                  <a:cubicBezTo>
                    <a:pt x="227911" y="0"/>
                    <a:pt x="293645" y="65734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283F1599-8932-8A5C-1971-FEAED84F02F0}"/>
                </a:ext>
              </a:extLst>
            </p:cNvPr>
            <p:cNvSpPr/>
            <p:nvPr/>
          </p:nvSpPr>
          <p:spPr>
            <a:xfrm>
              <a:off x="18461265" y="8080316"/>
              <a:ext cx="293644" cy="293644"/>
            </a:xfrm>
            <a:custGeom>
              <a:avLst/>
              <a:gdLst>
                <a:gd name="connsiteX0" fmla="*/ 293646 w 293644"/>
                <a:gd name="connsiteY0" fmla="*/ 146823 h 293644"/>
                <a:gd name="connsiteX1" fmla="*/ 146823 w 293644"/>
                <a:gd name="connsiteY1" fmla="*/ 293645 h 293644"/>
                <a:gd name="connsiteX2" fmla="*/ 0 w 293644"/>
                <a:gd name="connsiteY2" fmla="*/ 146823 h 293644"/>
                <a:gd name="connsiteX3" fmla="*/ 146823 w 293644"/>
                <a:gd name="connsiteY3" fmla="*/ 0 h 293644"/>
                <a:gd name="connsiteX4" fmla="*/ 293646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6" y="146823"/>
                  </a:moveTo>
                  <a:cubicBezTo>
                    <a:pt x="293646" y="227910"/>
                    <a:pt x="227911" y="293645"/>
                    <a:pt x="146823" y="293645"/>
                  </a:cubicBezTo>
                  <a:cubicBezTo>
                    <a:pt x="65735" y="293645"/>
                    <a:pt x="0" y="227911"/>
                    <a:pt x="0" y="146823"/>
                  </a:cubicBezTo>
                  <a:cubicBezTo>
                    <a:pt x="0" y="65735"/>
                    <a:pt x="65735" y="0"/>
                    <a:pt x="146823" y="0"/>
                  </a:cubicBezTo>
                  <a:cubicBezTo>
                    <a:pt x="227911" y="0"/>
                    <a:pt x="293646" y="65735"/>
                    <a:pt x="293646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4141427A-8CFD-1501-E99F-7F4425B3D792}"/>
                </a:ext>
              </a:extLst>
            </p:cNvPr>
            <p:cNvSpPr/>
            <p:nvPr/>
          </p:nvSpPr>
          <p:spPr>
            <a:xfrm>
              <a:off x="18911022" y="7149064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3 w 293644"/>
                <a:gd name="connsiteY1" fmla="*/ 293645 h 293644"/>
                <a:gd name="connsiteX2" fmla="*/ 0 w 293644"/>
                <a:gd name="connsiteY2" fmla="*/ 146822 h 293644"/>
                <a:gd name="connsiteX3" fmla="*/ 146823 w 293644"/>
                <a:gd name="connsiteY3" fmla="*/ 0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0"/>
                    <a:pt x="227911" y="293645"/>
                    <a:pt x="146823" y="293645"/>
                  </a:cubicBezTo>
                  <a:cubicBezTo>
                    <a:pt x="65735" y="293645"/>
                    <a:pt x="0" y="227910"/>
                    <a:pt x="0" y="146822"/>
                  </a:cubicBezTo>
                  <a:cubicBezTo>
                    <a:pt x="0" y="65735"/>
                    <a:pt x="65735" y="0"/>
                    <a:pt x="146823" y="0"/>
                  </a:cubicBezTo>
                  <a:cubicBezTo>
                    <a:pt x="227911" y="0"/>
                    <a:pt x="293645" y="65734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67568F69-8DB9-2B94-61A3-4E07E19358F9}"/>
                </a:ext>
              </a:extLst>
            </p:cNvPr>
            <p:cNvSpPr/>
            <p:nvPr/>
          </p:nvSpPr>
          <p:spPr>
            <a:xfrm>
              <a:off x="19612106" y="13667054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2 w 293644"/>
                <a:gd name="connsiteY1" fmla="*/ 293645 h 293644"/>
                <a:gd name="connsiteX2" fmla="*/ 0 w 293644"/>
                <a:gd name="connsiteY2" fmla="*/ 146822 h 293644"/>
                <a:gd name="connsiteX3" fmla="*/ 146822 w 293644"/>
                <a:gd name="connsiteY3" fmla="*/ 0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1"/>
                    <a:pt x="227911" y="293645"/>
                    <a:pt x="146822" y="293645"/>
                  </a:cubicBezTo>
                  <a:cubicBezTo>
                    <a:pt x="65734" y="293645"/>
                    <a:pt x="0" y="227911"/>
                    <a:pt x="0" y="146822"/>
                  </a:cubicBezTo>
                  <a:cubicBezTo>
                    <a:pt x="0" y="65734"/>
                    <a:pt x="65734" y="0"/>
                    <a:pt x="146822" y="0"/>
                  </a:cubicBezTo>
                  <a:cubicBezTo>
                    <a:pt x="227911" y="0"/>
                    <a:pt x="293645" y="65734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6CA356DA-D215-6A1B-2777-D2591C3CE48D}"/>
                </a:ext>
              </a:extLst>
            </p:cNvPr>
            <p:cNvSpPr/>
            <p:nvPr/>
          </p:nvSpPr>
          <p:spPr>
            <a:xfrm>
              <a:off x="18993335" y="3424572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3 w 293644"/>
                <a:gd name="connsiteY1" fmla="*/ 293645 h 293644"/>
                <a:gd name="connsiteX2" fmla="*/ 0 w 293644"/>
                <a:gd name="connsiteY2" fmla="*/ 146822 h 293644"/>
                <a:gd name="connsiteX3" fmla="*/ 146823 w 293644"/>
                <a:gd name="connsiteY3" fmla="*/ 0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0"/>
                    <a:pt x="227911" y="293645"/>
                    <a:pt x="146823" y="293645"/>
                  </a:cubicBezTo>
                  <a:cubicBezTo>
                    <a:pt x="65735" y="293645"/>
                    <a:pt x="0" y="227910"/>
                    <a:pt x="0" y="146822"/>
                  </a:cubicBezTo>
                  <a:cubicBezTo>
                    <a:pt x="0" y="65734"/>
                    <a:pt x="65735" y="0"/>
                    <a:pt x="146823" y="0"/>
                  </a:cubicBezTo>
                  <a:cubicBezTo>
                    <a:pt x="227911" y="0"/>
                    <a:pt x="293645" y="65734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B787074D-0256-276B-C156-E5643C800FDB}"/>
                </a:ext>
              </a:extLst>
            </p:cNvPr>
            <p:cNvSpPr/>
            <p:nvPr/>
          </p:nvSpPr>
          <p:spPr>
            <a:xfrm>
              <a:off x="23103591" y="4821321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2 w 293644"/>
                <a:gd name="connsiteY1" fmla="*/ 293645 h 293644"/>
                <a:gd name="connsiteX2" fmla="*/ 0 w 293644"/>
                <a:gd name="connsiteY2" fmla="*/ 146822 h 293644"/>
                <a:gd name="connsiteX3" fmla="*/ 146822 w 293644"/>
                <a:gd name="connsiteY3" fmla="*/ 0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0"/>
                    <a:pt x="227911" y="293645"/>
                    <a:pt x="146822" y="293645"/>
                  </a:cubicBezTo>
                  <a:cubicBezTo>
                    <a:pt x="65734" y="293645"/>
                    <a:pt x="0" y="227910"/>
                    <a:pt x="0" y="146822"/>
                  </a:cubicBezTo>
                  <a:cubicBezTo>
                    <a:pt x="0" y="65735"/>
                    <a:pt x="65734" y="0"/>
                    <a:pt x="146822" y="0"/>
                  </a:cubicBezTo>
                  <a:cubicBezTo>
                    <a:pt x="227911" y="0"/>
                    <a:pt x="293645" y="65735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D6984037-A027-1FEE-85B3-5D889E84F2D8}"/>
                </a:ext>
              </a:extLst>
            </p:cNvPr>
            <p:cNvSpPr/>
            <p:nvPr/>
          </p:nvSpPr>
          <p:spPr>
            <a:xfrm>
              <a:off x="19967679" y="4355566"/>
              <a:ext cx="293644" cy="293644"/>
            </a:xfrm>
            <a:custGeom>
              <a:avLst/>
              <a:gdLst>
                <a:gd name="connsiteX0" fmla="*/ 293646 w 293644"/>
                <a:gd name="connsiteY0" fmla="*/ 146823 h 293644"/>
                <a:gd name="connsiteX1" fmla="*/ 146823 w 293644"/>
                <a:gd name="connsiteY1" fmla="*/ 293645 h 293644"/>
                <a:gd name="connsiteX2" fmla="*/ 1 w 293644"/>
                <a:gd name="connsiteY2" fmla="*/ 146823 h 293644"/>
                <a:gd name="connsiteX3" fmla="*/ 146823 w 293644"/>
                <a:gd name="connsiteY3" fmla="*/ 0 h 293644"/>
                <a:gd name="connsiteX4" fmla="*/ 293646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6" y="146823"/>
                  </a:moveTo>
                  <a:cubicBezTo>
                    <a:pt x="293646" y="227911"/>
                    <a:pt x="227911" y="293645"/>
                    <a:pt x="146823" y="293645"/>
                  </a:cubicBezTo>
                  <a:cubicBezTo>
                    <a:pt x="65735" y="293645"/>
                    <a:pt x="1" y="227911"/>
                    <a:pt x="1" y="146823"/>
                  </a:cubicBezTo>
                  <a:cubicBezTo>
                    <a:pt x="1" y="65735"/>
                    <a:pt x="65735" y="0"/>
                    <a:pt x="146823" y="0"/>
                  </a:cubicBezTo>
                  <a:cubicBezTo>
                    <a:pt x="227911" y="0"/>
                    <a:pt x="293646" y="65735"/>
                    <a:pt x="293646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B28204E7-C135-2E04-C303-38C355D462BF}"/>
                </a:ext>
              </a:extLst>
            </p:cNvPr>
            <p:cNvSpPr/>
            <p:nvPr/>
          </p:nvSpPr>
          <p:spPr>
            <a:xfrm>
              <a:off x="19857240" y="15529299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2 w 293644"/>
                <a:gd name="connsiteY1" fmla="*/ 293644 h 293644"/>
                <a:gd name="connsiteX2" fmla="*/ 0 w 293644"/>
                <a:gd name="connsiteY2" fmla="*/ 146822 h 293644"/>
                <a:gd name="connsiteX3" fmla="*/ 146822 w 293644"/>
                <a:gd name="connsiteY3" fmla="*/ -1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0"/>
                    <a:pt x="227911" y="293644"/>
                    <a:pt x="146822" y="293644"/>
                  </a:cubicBezTo>
                  <a:cubicBezTo>
                    <a:pt x="65734" y="293644"/>
                    <a:pt x="0" y="227910"/>
                    <a:pt x="0" y="146822"/>
                  </a:cubicBezTo>
                  <a:cubicBezTo>
                    <a:pt x="0" y="65734"/>
                    <a:pt x="65734" y="-1"/>
                    <a:pt x="146822" y="-1"/>
                  </a:cubicBezTo>
                  <a:cubicBezTo>
                    <a:pt x="227911" y="-1"/>
                    <a:pt x="293645" y="65734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33BB8263-6EEA-7BB0-F218-44AA34918DF4}"/>
                </a:ext>
              </a:extLst>
            </p:cNvPr>
            <p:cNvSpPr/>
            <p:nvPr/>
          </p:nvSpPr>
          <p:spPr>
            <a:xfrm>
              <a:off x="20569935" y="9011310"/>
              <a:ext cx="293644" cy="293644"/>
            </a:xfrm>
            <a:custGeom>
              <a:avLst/>
              <a:gdLst>
                <a:gd name="connsiteX0" fmla="*/ 293645 w 293644"/>
                <a:gd name="connsiteY0" fmla="*/ 146822 h 293644"/>
                <a:gd name="connsiteX1" fmla="*/ 146822 w 293644"/>
                <a:gd name="connsiteY1" fmla="*/ 293645 h 293644"/>
                <a:gd name="connsiteX2" fmla="*/ 0 w 293644"/>
                <a:gd name="connsiteY2" fmla="*/ 146822 h 293644"/>
                <a:gd name="connsiteX3" fmla="*/ 146822 w 293644"/>
                <a:gd name="connsiteY3" fmla="*/ 0 h 293644"/>
                <a:gd name="connsiteX4" fmla="*/ 293645 w 293644"/>
                <a:gd name="connsiteY4" fmla="*/ 146822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5" y="146822"/>
                  </a:moveTo>
                  <a:cubicBezTo>
                    <a:pt x="293645" y="227910"/>
                    <a:pt x="227911" y="293645"/>
                    <a:pt x="146822" y="293645"/>
                  </a:cubicBezTo>
                  <a:cubicBezTo>
                    <a:pt x="65734" y="293645"/>
                    <a:pt x="0" y="227911"/>
                    <a:pt x="0" y="146822"/>
                  </a:cubicBezTo>
                  <a:cubicBezTo>
                    <a:pt x="0" y="65735"/>
                    <a:pt x="65734" y="0"/>
                    <a:pt x="146822" y="0"/>
                  </a:cubicBezTo>
                  <a:cubicBezTo>
                    <a:pt x="227911" y="0"/>
                    <a:pt x="293645" y="65734"/>
                    <a:pt x="293645" y="146822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06C70CC5-E199-B807-4D95-D0A74578E53F}"/>
                </a:ext>
              </a:extLst>
            </p:cNvPr>
            <p:cNvSpPr/>
            <p:nvPr/>
          </p:nvSpPr>
          <p:spPr>
            <a:xfrm>
              <a:off x="17037164" y="5286818"/>
              <a:ext cx="293644" cy="293644"/>
            </a:xfrm>
            <a:custGeom>
              <a:avLst/>
              <a:gdLst>
                <a:gd name="connsiteX0" fmla="*/ 293646 w 293644"/>
                <a:gd name="connsiteY0" fmla="*/ 146823 h 293644"/>
                <a:gd name="connsiteX1" fmla="*/ 146823 w 293644"/>
                <a:gd name="connsiteY1" fmla="*/ 293645 h 293644"/>
                <a:gd name="connsiteX2" fmla="*/ 0 w 293644"/>
                <a:gd name="connsiteY2" fmla="*/ 146823 h 293644"/>
                <a:gd name="connsiteX3" fmla="*/ 146823 w 293644"/>
                <a:gd name="connsiteY3" fmla="*/ 0 h 293644"/>
                <a:gd name="connsiteX4" fmla="*/ 293646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6" y="146823"/>
                  </a:moveTo>
                  <a:cubicBezTo>
                    <a:pt x="293646" y="227910"/>
                    <a:pt x="227911" y="293645"/>
                    <a:pt x="146823" y="293645"/>
                  </a:cubicBezTo>
                  <a:cubicBezTo>
                    <a:pt x="65735" y="293645"/>
                    <a:pt x="0" y="227910"/>
                    <a:pt x="0" y="146823"/>
                  </a:cubicBezTo>
                  <a:cubicBezTo>
                    <a:pt x="0" y="65735"/>
                    <a:pt x="65735" y="0"/>
                    <a:pt x="146823" y="0"/>
                  </a:cubicBezTo>
                  <a:cubicBezTo>
                    <a:pt x="227911" y="0"/>
                    <a:pt x="293646" y="65735"/>
                    <a:pt x="293646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7140354A-7119-0709-C2A3-B6B8FA55AAFF}"/>
                </a:ext>
              </a:extLst>
            </p:cNvPr>
            <p:cNvSpPr/>
            <p:nvPr/>
          </p:nvSpPr>
          <p:spPr>
            <a:xfrm>
              <a:off x="19667583" y="1429696"/>
              <a:ext cx="25803" cy="14991376"/>
            </a:xfrm>
            <a:custGeom>
              <a:avLst/>
              <a:gdLst>
                <a:gd name="connsiteX0" fmla="*/ 0 w 25803"/>
                <a:gd name="connsiteY0" fmla="*/ 14991375 h 14991376"/>
                <a:gd name="connsiteX1" fmla="*/ 0 w 25803"/>
                <a:gd name="connsiteY1" fmla="*/ 0 h 1499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03" h="14991376">
                  <a:moveTo>
                    <a:pt x="0" y="14991375"/>
                  </a:moveTo>
                  <a:lnTo>
                    <a:pt x="0" y="0"/>
                  </a:lnTo>
                </a:path>
              </a:pathLst>
            </a:custGeom>
            <a:ln w="54955" cap="flat">
              <a:solidFill>
                <a:srgbClr val="FF0000"/>
              </a:solidFill>
              <a:custDash>
                <a:ds d="853500" sp="8535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D15B56CE-2834-08D8-9EB3-40F26037200B}"/>
                </a:ext>
              </a:extLst>
            </p:cNvPr>
            <p:cNvSpPr/>
            <p:nvPr/>
          </p:nvSpPr>
          <p:spPr>
            <a:xfrm>
              <a:off x="19533663" y="2027823"/>
              <a:ext cx="293644" cy="293644"/>
            </a:xfrm>
            <a:custGeom>
              <a:avLst/>
              <a:gdLst>
                <a:gd name="connsiteX0" fmla="*/ 293646 w 293644"/>
                <a:gd name="connsiteY0" fmla="*/ 146823 h 293644"/>
                <a:gd name="connsiteX1" fmla="*/ 146823 w 293644"/>
                <a:gd name="connsiteY1" fmla="*/ 293645 h 293644"/>
                <a:gd name="connsiteX2" fmla="*/ 0 w 293644"/>
                <a:gd name="connsiteY2" fmla="*/ 146823 h 293644"/>
                <a:gd name="connsiteX3" fmla="*/ 146823 w 293644"/>
                <a:gd name="connsiteY3" fmla="*/ 0 h 293644"/>
                <a:gd name="connsiteX4" fmla="*/ 293646 w 293644"/>
                <a:gd name="connsiteY4" fmla="*/ 146823 h 29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644" h="293644">
                  <a:moveTo>
                    <a:pt x="293646" y="146823"/>
                  </a:moveTo>
                  <a:cubicBezTo>
                    <a:pt x="293646" y="227910"/>
                    <a:pt x="227911" y="293645"/>
                    <a:pt x="146823" y="293645"/>
                  </a:cubicBezTo>
                  <a:cubicBezTo>
                    <a:pt x="65735" y="293645"/>
                    <a:pt x="0" y="227910"/>
                    <a:pt x="0" y="146823"/>
                  </a:cubicBezTo>
                  <a:cubicBezTo>
                    <a:pt x="0" y="65735"/>
                    <a:pt x="65735" y="0"/>
                    <a:pt x="146823" y="0"/>
                  </a:cubicBezTo>
                  <a:cubicBezTo>
                    <a:pt x="227911" y="0"/>
                    <a:pt x="293646" y="65735"/>
                    <a:pt x="293646" y="146823"/>
                  </a:cubicBezTo>
                  <a:close/>
                </a:path>
              </a:pathLst>
            </a:custGeom>
            <a:solidFill>
              <a:srgbClr val="000000"/>
            </a:solidFill>
            <a:ln w="1831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73" name="Content Placeholder 4">
            <a:extLst>
              <a:ext uri="{FF2B5EF4-FFF2-40B4-BE49-F238E27FC236}">
                <a16:creationId xmlns:a16="http://schemas.microsoft.com/office/drawing/2014/main" id="{AD1B7D55-3F7C-7E8C-D210-18FA13C37C32}"/>
              </a:ext>
            </a:extLst>
          </p:cNvPr>
          <p:cNvGrpSpPr/>
          <p:nvPr/>
        </p:nvGrpSpPr>
        <p:grpSpPr>
          <a:xfrm>
            <a:off x="6193819" y="1528989"/>
            <a:ext cx="17678137" cy="15847093"/>
            <a:chOff x="6193819" y="1528989"/>
            <a:chExt cx="17678137" cy="15847093"/>
          </a:xfrm>
        </p:grpSpPr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1040B2B8-7425-F0B0-0574-ABDDD8E2843F}"/>
                </a:ext>
              </a:extLst>
            </p:cNvPr>
            <p:cNvSpPr txBox="1"/>
            <p:nvPr/>
          </p:nvSpPr>
          <p:spPr>
            <a:xfrm>
              <a:off x="10259331" y="16024080"/>
              <a:ext cx="16294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INTERCEPT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EACCE2F1-A9B9-A996-44CB-1950A5BF32A3}"/>
                </a:ext>
              </a:extLst>
            </p:cNvPr>
            <p:cNvSpPr txBox="1"/>
            <p:nvPr/>
          </p:nvSpPr>
          <p:spPr>
            <a:xfrm>
              <a:off x="6997700" y="15477578"/>
              <a:ext cx="52585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Starved x Symbiotic x E. coli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F94791E3-DD27-C04D-7CB1-FE95032B1F4F}"/>
                </a:ext>
              </a:extLst>
            </p:cNvPr>
            <p:cNvSpPr txBox="1"/>
            <p:nvPr/>
          </p:nvSpPr>
          <p:spPr>
            <a:xfrm>
              <a:off x="8294210" y="15032676"/>
              <a:ext cx="3659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Starved x E. coli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66CC748F-610C-162B-53C0-AB89148A13BA}"/>
                </a:ext>
              </a:extLst>
            </p:cNvPr>
            <p:cNvSpPr txBox="1"/>
            <p:nvPr/>
          </p:nvSpPr>
          <p:spPr>
            <a:xfrm>
              <a:off x="8001000" y="14546325"/>
              <a:ext cx="43003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Symbiotic x E. coli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9394B54D-EB11-A914-4AE2-C5CE921D7CAD}"/>
                </a:ext>
              </a:extLst>
            </p:cNvPr>
            <p:cNvSpPr txBox="1"/>
            <p:nvPr/>
          </p:nvSpPr>
          <p:spPr>
            <a:xfrm>
              <a:off x="9296401" y="14040472"/>
              <a:ext cx="28196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E. coli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41BDCDDF-1592-EFA4-9F5A-D8032C7F2815}"/>
                </a:ext>
              </a:extLst>
            </p:cNvPr>
            <p:cNvSpPr txBox="1"/>
            <p:nvPr/>
          </p:nvSpPr>
          <p:spPr>
            <a:xfrm>
              <a:off x="8787933" y="13585869"/>
              <a:ext cx="3177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Starved x Symbiotic x E. coli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6EE672C5-99FB-D675-74A8-7D5D7600037F}"/>
                </a:ext>
              </a:extLst>
            </p:cNvPr>
            <p:cNvSpPr txBox="1"/>
            <p:nvPr/>
          </p:nvSpPr>
          <p:spPr>
            <a:xfrm>
              <a:off x="10071512" y="13131801"/>
              <a:ext cx="1954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Starved x E. coli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B251A059-17E4-2136-81C8-05C1FAE4D740}"/>
                </a:ext>
              </a:extLst>
            </p:cNvPr>
            <p:cNvSpPr txBox="1"/>
            <p:nvPr/>
          </p:nvSpPr>
          <p:spPr>
            <a:xfrm>
              <a:off x="9789481" y="12642791"/>
              <a:ext cx="2192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Symbiotic x E. coli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7535D4E3-6F6F-34B9-26A9-64DDA842FD0E}"/>
                </a:ext>
              </a:extLst>
            </p:cNvPr>
            <p:cNvSpPr txBox="1"/>
            <p:nvPr/>
          </p:nvSpPr>
          <p:spPr>
            <a:xfrm>
              <a:off x="11034429" y="12259256"/>
              <a:ext cx="9362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E. coli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996E2EE4-FA2F-B201-5B5B-1F968AD3A52D}"/>
                </a:ext>
              </a:extLst>
            </p:cNvPr>
            <p:cNvSpPr txBox="1"/>
            <p:nvPr/>
          </p:nvSpPr>
          <p:spPr>
            <a:xfrm>
              <a:off x="7898089" y="11707386"/>
              <a:ext cx="41276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Starved x Symbiotic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6B33D3A7-E512-0B78-DE37-4FFAF8DB3A16}"/>
                </a:ext>
              </a:extLst>
            </p:cNvPr>
            <p:cNvSpPr txBox="1"/>
            <p:nvPr/>
          </p:nvSpPr>
          <p:spPr>
            <a:xfrm>
              <a:off x="9695564" y="11320274"/>
              <a:ext cx="2296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Starved x Symbiotic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257323F9-DDFB-C3E2-4749-4A8F79E222F9}"/>
                </a:ext>
              </a:extLst>
            </p:cNvPr>
            <p:cNvSpPr txBox="1"/>
            <p:nvPr/>
          </p:nvSpPr>
          <p:spPr>
            <a:xfrm>
              <a:off x="9165059" y="10792985"/>
              <a:ext cx="27729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Starved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05370DC3-BE1C-B929-07D7-81E8B6F2C393}"/>
                </a:ext>
              </a:extLst>
            </p:cNvPr>
            <p:cNvSpPr txBox="1"/>
            <p:nvPr/>
          </p:nvSpPr>
          <p:spPr>
            <a:xfrm>
              <a:off x="10934700" y="10303975"/>
              <a:ext cx="11127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Starved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63321685-1E8A-3E80-73D9-866A392E3255}"/>
                </a:ext>
              </a:extLst>
            </p:cNvPr>
            <p:cNvSpPr txBox="1"/>
            <p:nvPr/>
          </p:nvSpPr>
          <p:spPr>
            <a:xfrm>
              <a:off x="8901124" y="9892780"/>
              <a:ext cx="30309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Symbiotic</a:t>
              </a: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E07207C8-C900-5EAB-68C4-C92886BEC090}"/>
                </a:ext>
              </a:extLst>
            </p:cNvPr>
            <p:cNvSpPr txBox="1"/>
            <p:nvPr/>
          </p:nvSpPr>
          <p:spPr>
            <a:xfrm>
              <a:off x="10676085" y="9404091"/>
              <a:ext cx="1224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Symbiotic</a:t>
              </a: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71871E17-96EB-C1B2-D82F-45CFD1143A35}"/>
                </a:ext>
              </a:extLst>
            </p:cNvPr>
            <p:cNvSpPr txBox="1"/>
            <p:nvPr/>
          </p:nvSpPr>
          <p:spPr>
            <a:xfrm>
              <a:off x="7918704" y="8943945"/>
              <a:ext cx="40457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29°C x Starved x Symbiotic x E. coli</a:t>
              </a: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83CCF69F-A38B-5C02-D608-8C26257D8C6F}"/>
                </a:ext>
              </a:extLst>
            </p:cNvPr>
            <p:cNvSpPr txBox="1"/>
            <p:nvPr/>
          </p:nvSpPr>
          <p:spPr>
            <a:xfrm>
              <a:off x="8831072" y="8474412"/>
              <a:ext cx="30565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29°C x Starved x Symbiotic</a:t>
              </a: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ED6A75E5-F7FC-4581-F76C-9E76C4F3DFE7}"/>
                </a:ext>
              </a:extLst>
            </p:cNvPr>
            <p:cNvSpPr txBox="1"/>
            <p:nvPr/>
          </p:nvSpPr>
          <p:spPr>
            <a:xfrm>
              <a:off x="9259923" y="8031361"/>
              <a:ext cx="2761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29°C x Starved x E. coli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A2EA6DDE-48BB-00A3-B0A3-8195AC23D10B}"/>
                </a:ext>
              </a:extLst>
            </p:cNvPr>
            <p:cNvSpPr txBox="1"/>
            <p:nvPr/>
          </p:nvSpPr>
          <p:spPr>
            <a:xfrm>
              <a:off x="10158987" y="7544407"/>
              <a:ext cx="17800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29°C x Starved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C681A6DA-641D-E914-C4E8-A70CE0C6C054}"/>
                </a:ext>
              </a:extLst>
            </p:cNvPr>
            <p:cNvSpPr txBox="1"/>
            <p:nvPr/>
          </p:nvSpPr>
          <p:spPr>
            <a:xfrm>
              <a:off x="9017000" y="7116359"/>
              <a:ext cx="30487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29°C x Symbiotic x E. coli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4283043F-F4FD-C966-E884-F4603AD8FA31}"/>
                </a:ext>
              </a:extLst>
            </p:cNvPr>
            <p:cNvSpPr txBox="1"/>
            <p:nvPr/>
          </p:nvSpPr>
          <p:spPr>
            <a:xfrm>
              <a:off x="9906000" y="6649578"/>
              <a:ext cx="21044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29°C x Symbiotic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D82B377C-1B18-7D45-572D-90287E06BC47}"/>
                </a:ext>
              </a:extLst>
            </p:cNvPr>
            <p:cNvSpPr txBox="1"/>
            <p:nvPr/>
          </p:nvSpPr>
          <p:spPr>
            <a:xfrm>
              <a:off x="10236268" y="6136288"/>
              <a:ext cx="16254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29°C x E. coli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68CDFD5B-1877-A28B-E39F-BEBC4BED380F}"/>
                </a:ext>
              </a:extLst>
            </p:cNvPr>
            <p:cNvSpPr txBox="1"/>
            <p:nvPr/>
          </p:nvSpPr>
          <p:spPr>
            <a:xfrm>
              <a:off x="11152395" y="5739887"/>
              <a:ext cx="7347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b="1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29°C</a:t>
              </a: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00EA8B83-206C-5FF3-14DD-D77484E2CE96}"/>
                </a:ext>
              </a:extLst>
            </p:cNvPr>
            <p:cNvSpPr txBox="1"/>
            <p:nvPr/>
          </p:nvSpPr>
          <p:spPr>
            <a:xfrm>
              <a:off x="6193819" y="5235545"/>
              <a:ext cx="58046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29°C x Starved x Symbiotic x E. coli</a:t>
              </a: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6D32F111-7CDD-89CE-B5F3-BFDC7A24A602}"/>
                </a:ext>
              </a:extLst>
            </p:cNvPr>
            <p:cNvSpPr txBox="1"/>
            <p:nvPr/>
          </p:nvSpPr>
          <p:spPr>
            <a:xfrm>
              <a:off x="7315200" y="4804997"/>
              <a:ext cx="48068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b="1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29°C x Starved x E. coli</a:t>
              </a: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7D76E7A5-4E68-5996-1005-22FB3A14793A}"/>
                </a:ext>
              </a:extLst>
            </p:cNvPr>
            <p:cNvSpPr txBox="1"/>
            <p:nvPr/>
          </p:nvSpPr>
          <p:spPr>
            <a:xfrm>
              <a:off x="7137401" y="4337743"/>
              <a:ext cx="51033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29°C x Symbiotic x E. coli</a:t>
              </a: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A7E098A4-1CF4-67A8-0F68-75F7CDB2CD37}"/>
                </a:ext>
              </a:extLst>
            </p:cNvPr>
            <p:cNvSpPr txBox="1"/>
            <p:nvPr/>
          </p:nvSpPr>
          <p:spPr>
            <a:xfrm>
              <a:off x="8496300" y="3841690"/>
              <a:ext cx="35197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29°C x E. coli</a:t>
              </a: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9EB8AFE5-A756-EF23-7CAC-BF779E199B80}"/>
                </a:ext>
              </a:extLst>
            </p:cNvPr>
            <p:cNvSpPr txBox="1"/>
            <p:nvPr/>
          </p:nvSpPr>
          <p:spPr>
            <a:xfrm>
              <a:off x="7114151" y="3341004"/>
              <a:ext cx="48932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29°C x Starved x Symbiotic</a:t>
              </a: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02593DCC-A8EE-E7DE-6017-706E98617A01}"/>
                </a:ext>
              </a:extLst>
            </p:cNvPr>
            <p:cNvSpPr txBox="1"/>
            <p:nvPr/>
          </p:nvSpPr>
          <p:spPr>
            <a:xfrm>
              <a:off x="8412487" y="2896816"/>
              <a:ext cx="35867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29°C x Starved</a:t>
              </a: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6F566DEE-AF06-6105-1967-13299B7CF86F}"/>
                </a:ext>
              </a:extLst>
            </p:cNvPr>
            <p:cNvSpPr txBox="1"/>
            <p:nvPr/>
          </p:nvSpPr>
          <p:spPr>
            <a:xfrm>
              <a:off x="8166100" y="2376572"/>
              <a:ext cx="40302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29°C x Symbiotic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E0EBCAB4-0180-230E-1B99-F536F7326165}"/>
                </a:ext>
              </a:extLst>
            </p:cNvPr>
            <p:cNvSpPr txBox="1"/>
            <p:nvPr/>
          </p:nvSpPr>
          <p:spPr>
            <a:xfrm>
              <a:off x="9408792" y="1976462"/>
              <a:ext cx="24928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 x 29°C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86159BBC-CDD6-0D22-40A0-5405DBB8B48E}"/>
                </a:ext>
              </a:extLst>
            </p:cNvPr>
            <p:cNvSpPr txBox="1"/>
            <p:nvPr/>
          </p:nvSpPr>
          <p:spPr>
            <a:xfrm>
              <a:off x="10162832" y="1528989"/>
              <a:ext cx="17723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Elevated NO3-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22F77109-259E-A646-E1EC-15DA7B45A31E}"/>
                </a:ext>
              </a:extLst>
            </p:cNvPr>
            <p:cNvSpPr txBox="1"/>
            <p:nvPr/>
          </p:nvSpPr>
          <p:spPr>
            <a:xfrm>
              <a:off x="15423312" y="16444506"/>
              <a:ext cx="7537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8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-0.1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D20619C5-4E04-22FF-5B4C-A300201D4EE6}"/>
                </a:ext>
              </a:extLst>
            </p:cNvPr>
            <p:cNvSpPr txBox="1"/>
            <p:nvPr/>
          </p:nvSpPr>
          <p:spPr>
            <a:xfrm>
              <a:off x="19356813" y="16444506"/>
              <a:ext cx="6335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800" spc="0" baseline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0.0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A09E1B9E-F282-5779-EE19-93C17C98C288}"/>
                </a:ext>
              </a:extLst>
            </p:cNvPr>
            <p:cNvSpPr txBox="1"/>
            <p:nvPr/>
          </p:nvSpPr>
          <p:spPr>
            <a:xfrm>
              <a:off x="23238449" y="16444506"/>
              <a:ext cx="6335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800" spc="0" baseline="0" dirty="0">
                  <a:ln/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0.1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CC2213FB-9DB9-8751-CB0B-98C9B23F8191}"/>
                </a:ext>
              </a:extLst>
            </p:cNvPr>
            <p:cNvSpPr txBox="1"/>
            <p:nvPr/>
          </p:nvSpPr>
          <p:spPr>
            <a:xfrm>
              <a:off x="18572641" y="16791307"/>
              <a:ext cx="20986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3200" b="1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Estimation</a:t>
              </a: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2AF2A669-15EE-AFDC-7853-48ADE8F2F8DA}"/>
                </a:ext>
              </a:extLst>
            </p:cNvPr>
            <p:cNvSpPr txBox="1"/>
            <p:nvPr/>
          </p:nvSpPr>
          <p:spPr>
            <a:xfrm rot="16200000">
              <a:off x="5875357" y="9109379"/>
              <a:ext cx="16722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3600" b="1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  <a:rtl val="0"/>
                </a:rPr>
                <a:t>Factors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5CECCB4-5183-DA4B-7637-588D2AD86876}"/>
              </a:ext>
            </a:extLst>
          </p:cNvPr>
          <p:cNvSpPr/>
          <p:nvPr/>
        </p:nvSpPr>
        <p:spPr>
          <a:xfrm>
            <a:off x="7315199" y="4758070"/>
            <a:ext cx="20091400" cy="471488"/>
          </a:xfrm>
          <a:prstGeom prst="rect">
            <a:avLst/>
          </a:prstGeom>
          <a:solidFill>
            <a:srgbClr val="4C496E">
              <a:alpha val="25098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16D1B3-D510-51B9-FE98-ED854E15B81E}"/>
              </a:ext>
            </a:extLst>
          </p:cNvPr>
          <p:cNvSpPr/>
          <p:nvPr/>
        </p:nvSpPr>
        <p:spPr>
          <a:xfrm>
            <a:off x="11100390" y="5651205"/>
            <a:ext cx="16306209" cy="471488"/>
          </a:xfrm>
          <a:prstGeom prst="rect">
            <a:avLst/>
          </a:prstGeom>
          <a:solidFill>
            <a:srgbClr val="4C496E">
              <a:alpha val="25098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32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3F6A393B-DFFF-6E9C-B8AF-F0F913AABA61}"/>
              </a:ext>
            </a:extLst>
          </p:cNvPr>
          <p:cNvSpPr txBox="1"/>
          <p:nvPr/>
        </p:nvSpPr>
        <p:spPr>
          <a:xfrm rot="16200000">
            <a:off x="6810134" y="8324740"/>
            <a:ext cx="2459070" cy="12618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36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Factors</a:t>
            </a:r>
          </a:p>
          <a:p>
            <a:pPr algn="l"/>
            <a:endParaRPr lang="en-US" sz="4000" b="1" dirty="0">
              <a:ln/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  <a:rtl val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DDFBAEC-69AC-983B-A788-A837B30687DD}"/>
              </a:ext>
            </a:extLst>
          </p:cNvPr>
          <p:cNvSpPr txBox="1"/>
          <p:nvPr/>
        </p:nvSpPr>
        <p:spPr>
          <a:xfrm>
            <a:off x="7116647" y="6110443"/>
            <a:ext cx="500173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29°C x Starved x Symbiotic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467B21-2C99-A36B-4588-8CDF9FC11261}"/>
              </a:ext>
            </a:extLst>
          </p:cNvPr>
          <p:cNvSpPr txBox="1"/>
          <p:nvPr/>
        </p:nvSpPr>
        <p:spPr>
          <a:xfrm>
            <a:off x="8445213" y="5495270"/>
            <a:ext cx="36174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29°C x Starved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6344A18-A566-3F7C-5A5D-52994A0584F5}"/>
              </a:ext>
            </a:extLst>
          </p:cNvPr>
          <p:cNvSpPr txBox="1"/>
          <p:nvPr/>
        </p:nvSpPr>
        <p:spPr>
          <a:xfrm>
            <a:off x="8170765" y="4854691"/>
            <a:ext cx="416636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29°C x Symbiotic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77B2D7F-B877-8AB1-EA0D-75EFCA556AD5}"/>
              </a:ext>
            </a:extLst>
          </p:cNvPr>
          <p:cNvSpPr txBox="1"/>
          <p:nvPr/>
        </p:nvSpPr>
        <p:spPr>
          <a:xfrm>
            <a:off x="9415313" y="4285087"/>
            <a:ext cx="275028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29°C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673302-1EAD-D410-A0BC-E88C0CA0FF0A}"/>
              </a:ext>
            </a:extLst>
          </p:cNvPr>
          <p:cNvSpPr txBox="1"/>
          <p:nvPr/>
        </p:nvSpPr>
        <p:spPr>
          <a:xfrm>
            <a:off x="10163051" y="3674519"/>
            <a:ext cx="195532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139C71-0BEE-1B92-0F16-DB964A87B716}"/>
              </a:ext>
            </a:extLst>
          </p:cNvPr>
          <p:cNvSpPr txBox="1"/>
          <p:nvPr/>
        </p:nvSpPr>
        <p:spPr>
          <a:xfrm>
            <a:off x="7893004" y="12176200"/>
            <a:ext cx="42132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Starved x Symbiotic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39F27A-2841-D411-A91A-0BB13B711C35}"/>
              </a:ext>
            </a:extLst>
          </p:cNvPr>
          <p:cNvSpPr txBox="1"/>
          <p:nvPr/>
        </p:nvSpPr>
        <p:spPr>
          <a:xfrm>
            <a:off x="9648312" y="11544175"/>
            <a:ext cx="228428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Starved x Symbiotic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3DC75B-D51A-422A-5CEC-F62214AC953F}"/>
              </a:ext>
            </a:extLst>
          </p:cNvPr>
          <p:cNvSpPr txBox="1"/>
          <p:nvPr/>
        </p:nvSpPr>
        <p:spPr>
          <a:xfrm>
            <a:off x="9122525" y="10969146"/>
            <a:ext cx="286377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Starved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CB840F9-1A87-D2EA-7A7F-24C8EF971E9B}"/>
              </a:ext>
            </a:extLst>
          </p:cNvPr>
          <p:cNvSpPr txBox="1"/>
          <p:nvPr/>
        </p:nvSpPr>
        <p:spPr>
          <a:xfrm>
            <a:off x="10891621" y="10380698"/>
            <a:ext cx="108981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Starved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B28361-677E-6B83-B9B3-B3310E5E733D}"/>
              </a:ext>
            </a:extLst>
          </p:cNvPr>
          <p:cNvSpPr txBox="1"/>
          <p:nvPr/>
        </p:nvSpPr>
        <p:spPr>
          <a:xfrm>
            <a:off x="8882450" y="9782033"/>
            <a:ext cx="334393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Symbiotic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B34FA3D-C52C-A534-581F-5E7056329C8C}"/>
              </a:ext>
            </a:extLst>
          </p:cNvPr>
          <p:cNvSpPr txBox="1"/>
          <p:nvPr/>
        </p:nvSpPr>
        <p:spPr>
          <a:xfrm>
            <a:off x="10646679" y="9114246"/>
            <a:ext cx="157970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b="1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Symbiotic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5D36EE8-863C-0558-94EF-69722E397910}"/>
              </a:ext>
            </a:extLst>
          </p:cNvPr>
          <p:cNvSpPr txBox="1"/>
          <p:nvPr/>
        </p:nvSpPr>
        <p:spPr>
          <a:xfrm>
            <a:off x="8935656" y="8528842"/>
            <a:ext cx="308053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29°C x Starved x Symbiotic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B0491B9-B565-5FAA-3B20-85976EFD0DBF}"/>
              </a:ext>
            </a:extLst>
          </p:cNvPr>
          <p:cNvSpPr txBox="1"/>
          <p:nvPr/>
        </p:nvSpPr>
        <p:spPr>
          <a:xfrm>
            <a:off x="10209071" y="7917709"/>
            <a:ext cx="196381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29°C x Starved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0E40628-D4F6-129D-98CE-63CC9328AD75}"/>
              </a:ext>
            </a:extLst>
          </p:cNvPr>
          <p:cNvSpPr txBox="1"/>
          <p:nvPr/>
        </p:nvSpPr>
        <p:spPr>
          <a:xfrm>
            <a:off x="9975065" y="7325234"/>
            <a:ext cx="219781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29°C x Symbiotic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219BCAC-B7CE-84DA-36DC-7E9708E49094}"/>
              </a:ext>
            </a:extLst>
          </p:cNvPr>
          <p:cNvSpPr txBox="1"/>
          <p:nvPr/>
        </p:nvSpPr>
        <p:spPr>
          <a:xfrm>
            <a:off x="11205605" y="6751022"/>
            <a:ext cx="81058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b="1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29°C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41AA8A0-ED56-6E43-A1C7-9CDC1BBF22F4}"/>
              </a:ext>
            </a:extLst>
          </p:cNvPr>
          <p:cNvSpPr txBox="1"/>
          <p:nvPr/>
        </p:nvSpPr>
        <p:spPr>
          <a:xfrm>
            <a:off x="10350293" y="12805150"/>
            <a:ext cx="179774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INTERCEPT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1278DDC-2A4B-4970-9AB0-F743D54298C9}"/>
              </a:ext>
            </a:extLst>
          </p:cNvPr>
          <p:cNvSpPr txBox="1"/>
          <p:nvPr/>
        </p:nvSpPr>
        <p:spPr>
          <a:xfrm>
            <a:off x="12492575" y="13469710"/>
            <a:ext cx="75373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4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-0.4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3741861-9DE3-178D-257D-B57978661FD9}"/>
              </a:ext>
            </a:extLst>
          </p:cNvPr>
          <p:cNvSpPr txBox="1"/>
          <p:nvPr/>
        </p:nvSpPr>
        <p:spPr>
          <a:xfrm>
            <a:off x="16478709" y="13469709"/>
            <a:ext cx="75373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4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-0.2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3766158-6687-A2C3-4D0B-61F5A64F6649}"/>
              </a:ext>
            </a:extLst>
          </p:cNvPr>
          <p:cNvSpPr txBox="1"/>
          <p:nvPr/>
        </p:nvSpPr>
        <p:spPr>
          <a:xfrm>
            <a:off x="20422444" y="13469708"/>
            <a:ext cx="75373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0.0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5AF377-305A-7DA1-9189-18092BD204CC}"/>
              </a:ext>
            </a:extLst>
          </p:cNvPr>
          <p:cNvSpPr txBox="1"/>
          <p:nvPr/>
        </p:nvSpPr>
        <p:spPr>
          <a:xfrm>
            <a:off x="24408578" y="13469707"/>
            <a:ext cx="75373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0.2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82CFA8E-901B-4FD9-9724-C032BA2BD5E5}"/>
              </a:ext>
            </a:extLst>
          </p:cNvPr>
          <p:cNvSpPr txBox="1"/>
          <p:nvPr/>
        </p:nvSpPr>
        <p:spPr>
          <a:xfrm>
            <a:off x="19749984" y="13944664"/>
            <a:ext cx="2098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Estimation</a:t>
            </a: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E49A730-BA22-C18B-31E5-AAB02694DD85}"/>
              </a:ext>
            </a:extLst>
          </p:cNvPr>
          <p:cNvSpPr/>
          <p:nvPr/>
        </p:nvSpPr>
        <p:spPr>
          <a:xfrm>
            <a:off x="12279879" y="5423342"/>
            <a:ext cx="17803000" cy="8681567"/>
          </a:xfrm>
          <a:custGeom>
            <a:avLst/>
            <a:gdLst>
              <a:gd name="connsiteX0" fmla="*/ 0 w 17803000"/>
              <a:gd name="connsiteY0" fmla="*/ 0 h 8681567"/>
              <a:gd name="connsiteX1" fmla="*/ 17803000 w 17803000"/>
              <a:gd name="connsiteY1" fmla="*/ 0 h 8681567"/>
              <a:gd name="connsiteX2" fmla="*/ 17803000 w 17803000"/>
              <a:gd name="connsiteY2" fmla="*/ 8681567 h 8681567"/>
              <a:gd name="connsiteX3" fmla="*/ 0 w 17803000"/>
              <a:gd name="connsiteY3" fmla="*/ 8681567 h 8681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03000" h="8681567">
                <a:moveTo>
                  <a:pt x="0" y="0"/>
                </a:moveTo>
                <a:lnTo>
                  <a:pt x="17803000" y="0"/>
                </a:lnTo>
                <a:lnTo>
                  <a:pt x="17803000" y="8681567"/>
                </a:lnTo>
                <a:lnTo>
                  <a:pt x="0" y="8681567"/>
                </a:lnTo>
                <a:close/>
              </a:path>
            </a:pathLst>
          </a:custGeom>
          <a:noFill/>
          <a:ln w="23120" cap="rnd">
            <a:noFill/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7" name="Graphic 23">
            <a:extLst>
              <a:ext uri="{FF2B5EF4-FFF2-40B4-BE49-F238E27FC236}">
                <a16:creationId xmlns:a16="http://schemas.microsoft.com/office/drawing/2014/main" id="{F94AB1F9-ADE0-41F7-65E1-17D57260FB8F}"/>
              </a:ext>
            </a:extLst>
          </p:cNvPr>
          <p:cNvGrpSpPr>
            <a:grpSpLocks noChangeAspect="1"/>
          </p:cNvGrpSpPr>
          <p:nvPr/>
        </p:nvGrpSpPr>
        <p:grpSpPr>
          <a:xfrm>
            <a:off x="11945071" y="3559875"/>
            <a:ext cx="16398397" cy="9829874"/>
            <a:chOff x="19052417" y="6389658"/>
            <a:chExt cx="10892199" cy="6529232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226E26C-5F6C-631B-8EF1-1B0AAFDD38DE}"/>
                </a:ext>
              </a:extLst>
            </p:cNvPr>
            <p:cNvSpPr/>
            <p:nvPr/>
          </p:nvSpPr>
          <p:spPr>
            <a:xfrm>
              <a:off x="20951096" y="6389658"/>
              <a:ext cx="23120" cy="6529232"/>
            </a:xfrm>
            <a:custGeom>
              <a:avLst/>
              <a:gdLst>
                <a:gd name="connsiteX0" fmla="*/ 0 w 23120"/>
                <a:gd name="connsiteY0" fmla="*/ 6529233 h 6529232"/>
                <a:gd name="connsiteX1" fmla="*/ 0 w 23120"/>
                <a:gd name="connsiteY1" fmla="*/ 0 h 652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6529232">
                  <a:moveTo>
                    <a:pt x="0" y="6529233"/>
                  </a:moveTo>
                  <a:lnTo>
                    <a:pt x="0" y="0"/>
                  </a:lnTo>
                </a:path>
              </a:pathLst>
            </a:custGeom>
            <a:noFill/>
            <a:ln w="12253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65F0BBD-2A75-A9C3-6138-986E68113C31}"/>
                </a:ext>
              </a:extLst>
            </p:cNvPr>
            <p:cNvSpPr/>
            <p:nvPr/>
          </p:nvSpPr>
          <p:spPr>
            <a:xfrm>
              <a:off x="23591258" y="6389658"/>
              <a:ext cx="23120" cy="6529232"/>
            </a:xfrm>
            <a:custGeom>
              <a:avLst/>
              <a:gdLst>
                <a:gd name="connsiteX0" fmla="*/ 0 w 23120"/>
                <a:gd name="connsiteY0" fmla="*/ 6529233 h 6529232"/>
                <a:gd name="connsiteX1" fmla="*/ 0 w 23120"/>
                <a:gd name="connsiteY1" fmla="*/ 0 h 652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6529232">
                  <a:moveTo>
                    <a:pt x="0" y="6529233"/>
                  </a:moveTo>
                  <a:lnTo>
                    <a:pt x="0" y="0"/>
                  </a:lnTo>
                </a:path>
              </a:pathLst>
            </a:custGeom>
            <a:noFill/>
            <a:ln w="12253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09C3B8A-91DE-7AC7-440A-FBF97635CACE}"/>
                </a:ext>
              </a:extLst>
            </p:cNvPr>
            <p:cNvSpPr/>
            <p:nvPr/>
          </p:nvSpPr>
          <p:spPr>
            <a:xfrm>
              <a:off x="26231650" y="6389658"/>
              <a:ext cx="23120" cy="6529232"/>
            </a:xfrm>
            <a:custGeom>
              <a:avLst/>
              <a:gdLst>
                <a:gd name="connsiteX0" fmla="*/ 0 w 23120"/>
                <a:gd name="connsiteY0" fmla="*/ 6529233 h 6529232"/>
                <a:gd name="connsiteX1" fmla="*/ 0 w 23120"/>
                <a:gd name="connsiteY1" fmla="*/ 0 h 652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6529232">
                  <a:moveTo>
                    <a:pt x="0" y="6529233"/>
                  </a:moveTo>
                  <a:lnTo>
                    <a:pt x="0" y="0"/>
                  </a:lnTo>
                </a:path>
              </a:pathLst>
            </a:custGeom>
            <a:noFill/>
            <a:ln w="12253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A337E39-F639-C939-8DA3-87C78134B344}"/>
                </a:ext>
              </a:extLst>
            </p:cNvPr>
            <p:cNvSpPr/>
            <p:nvPr/>
          </p:nvSpPr>
          <p:spPr>
            <a:xfrm>
              <a:off x="28871812" y="6389658"/>
              <a:ext cx="23120" cy="6529232"/>
            </a:xfrm>
            <a:custGeom>
              <a:avLst/>
              <a:gdLst>
                <a:gd name="connsiteX0" fmla="*/ 0 w 23120"/>
                <a:gd name="connsiteY0" fmla="*/ 6529233 h 6529232"/>
                <a:gd name="connsiteX1" fmla="*/ 0 w 23120"/>
                <a:gd name="connsiteY1" fmla="*/ 0 h 652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6529232">
                  <a:moveTo>
                    <a:pt x="0" y="6529233"/>
                  </a:moveTo>
                  <a:lnTo>
                    <a:pt x="0" y="0"/>
                  </a:lnTo>
                </a:path>
              </a:pathLst>
            </a:custGeom>
            <a:noFill/>
            <a:ln w="12253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EB9E039-E974-6EB7-0E38-185989EEE8B9}"/>
                </a:ext>
              </a:extLst>
            </p:cNvPr>
            <p:cNvSpPr/>
            <p:nvPr/>
          </p:nvSpPr>
          <p:spPr>
            <a:xfrm>
              <a:off x="19052417" y="12676965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62EA4BEE-20E3-3B58-80D4-8954DF8A9194}"/>
                </a:ext>
              </a:extLst>
            </p:cNvPr>
            <p:cNvSpPr/>
            <p:nvPr/>
          </p:nvSpPr>
          <p:spPr>
            <a:xfrm>
              <a:off x="19052417" y="12273908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FCFC6153-3F15-47CA-5880-77DBEC67F407}"/>
                </a:ext>
              </a:extLst>
            </p:cNvPr>
            <p:cNvSpPr/>
            <p:nvPr/>
          </p:nvSpPr>
          <p:spPr>
            <a:xfrm>
              <a:off x="19052417" y="11870852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8DDCA37-6937-F93C-05E3-AB4B45B7DC83}"/>
                </a:ext>
              </a:extLst>
            </p:cNvPr>
            <p:cNvSpPr/>
            <p:nvPr/>
          </p:nvSpPr>
          <p:spPr>
            <a:xfrm>
              <a:off x="19052417" y="11468027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5D569D8-4FC4-83AC-C86D-91EA70B4577E}"/>
                </a:ext>
              </a:extLst>
            </p:cNvPr>
            <p:cNvSpPr/>
            <p:nvPr/>
          </p:nvSpPr>
          <p:spPr>
            <a:xfrm>
              <a:off x="19052417" y="11064971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A7796A03-047C-EF20-A462-D6BE2EDA5BCB}"/>
                </a:ext>
              </a:extLst>
            </p:cNvPr>
            <p:cNvSpPr/>
            <p:nvPr/>
          </p:nvSpPr>
          <p:spPr>
            <a:xfrm>
              <a:off x="19052417" y="10661915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5D561E5-3479-36DD-DE73-3C5D31A16279}"/>
                </a:ext>
              </a:extLst>
            </p:cNvPr>
            <p:cNvSpPr/>
            <p:nvPr/>
          </p:nvSpPr>
          <p:spPr>
            <a:xfrm>
              <a:off x="19052417" y="10258858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A9D5C5B3-3C8F-D0D0-C3ED-D35972F10ADF}"/>
                </a:ext>
              </a:extLst>
            </p:cNvPr>
            <p:cNvSpPr/>
            <p:nvPr/>
          </p:nvSpPr>
          <p:spPr>
            <a:xfrm>
              <a:off x="19052417" y="9855803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0EACB97C-1318-BAA8-9C9C-1B3DBBA6437D}"/>
                </a:ext>
              </a:extLst>
            </p:cNvPr>
            <p:cNvSpPr/>
            <p:nvPr/>
          </p:nvSpPr>
          <p:spPr>
            <a:xfrm>
              <a:off x="19052417" y="9452746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45BC9AE-6E1B-224A-3161-C8155D8E45A7}"/>
                </a:ext>
              </a:extLst>
            </p:cNvPr>
            <p:cNvSpPr/>
            <p:nvPr/>
          </p:nvSpPr>
          <p:spPr>
            <a:xfrm>
              <a:off x="19052417" y="9049690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AB53434-9CB9-8D71-C496-635B9EC899EF}"/>
                </a:ext>
              </a:extLst>
            </p:cNvPr>
            <p:cNvSpPr/>
            <p:nvPr/>
          </p:nvSpPr>
          <p:spPr>
            <a:xfrm>
              <a:off x="19052417" y="8646634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BB1ABD6-CFF7-A693-95EC-835038A5AB56}"/>
                </a:ext>
              </a:extLst>
            </p:cNvPr>
            <p:cNvSpPr/>
            <p:nvPr/>
          </p:nvSpPr>
          <p:spPr>
            <a:xfrm>
              <a:off x="19052417" y="8243577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C87809E0-D7C7-5958-7E42-1BEECA769724}"/>
                </a:ext>
              </a:extLst>
            </p:cNvPr>
            <p:cNvSpPr/>
            <p:nvPr/>
          </p:nvSpPr>
          <p:spPr>
            <a:xfrm>
              <a:off x="19052417" y="7840521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287CE25-28EA-ACC2-A5DE-622AF6EA98AC}"/>
                </a:ext>
              </a:extLst>
            </p:cNvPr>
            <p:cNvSpPr/>
            <p:nvPr/>
          </p:nvSpPr>
          <p:spPr>
            <a:xfrm>
              <a:off x="19052417" y="7437465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06AAEEB6-B510-7E38-C512-ED15B2ED58FC}"/>
                </a:ext>
              </a:extLst>
            </p:cNvPr>
            <p:cNvSpPr/>
            <p:nvPr/>
          </p:nvSpPr>
          <p:spPr>
            <a:xfrm>
              <a:off x="19052417" y="7034409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329F6B2-BCB8-004F-43D5-028F3FA1ED8A}"/>
                </a:ext>
              </a:extLst>
            </p:cNvPr>
            <p:cNvSpPr/>
            <p:nvPr/>
          </p:nvSpPr>
          <p:spPr>
            <a:xfrm>
              <a:off x="19052417" y="6631353"/>
              <a:ext cx="10892199" cy="23150"/>
            </a:xfrm>
            <a:custGeom>
              <a:avLst/>
              <a:gdLst>
                <a:gd name="connsiteX0" fmla="*/ 0 w 10892199"/>
                <a:gd name="connsiteY0" fmla="*/ 0 h 23150"/>
                <a:gd name="connsiteX1" fmla="*/ 10892199 w 1089219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92199" h="23150">
                  <a:moveTo>
                    <a:pt x="0" y="0"/>
                  </a:moveTo>
                  <a:lnTo>
                    <a:pt x="10892199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6938D5C-590A-24C8-A51C-BC8F7EB230A7}"/>
                </a:ext>
              </a:extLst>
            </p:cNvPr>
            <p:cNvSpPr/>
            <p:nvPr/>
          </p:nvSpPr>
          <p:spPr>
            <a:xfrm>
              <a:off x="22271292" y="6389658"/>
              <a:ext cx="23120" cy="6529232"/>
            </a:xfrm>
            <a:custGeom>
              <a:avLst/>
              <a:gdLst>
                <a:gd name="connsiteX0" fmla="*/ 0 w 23120"/>
                <a:gd name="connsiteY0" fmla="*/ 6529233 h 6529232"/>
                <a:gd name="connsiteX1" fmla="*/ 0 w 23120"/>
                <a:gd name="connsiteY1" fmla="*/ 0 h 652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6529232">
                  <a:moveTo>
                    <a:pt x="0" y="6529233"/>
                  </a:moveTo>
                  <a:lnTo>
                    <a:pt x="0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345C47DF-F8CE-7332-89CB-9BD872665727}"/>
                </a:ext>
              </a:extLst>
            </p:cNvPr>
            <p:cNvSpPr/>
            <p:nvPr/>
          </p:nvSpPr>
          <p:spPr>
            <a:xfrm>
              <a:off x="24911454" y="6389658"/>
              <a:ext cx="23120" cy="6529232"/>
            </a:xfrm>
            <a:custGeom>
              <a:avLst/>
              <a:gdLst>
                <a:gd name="connsiteX0" fmla="*/ 0 w 23120"/>
                <a:gd name="connsiteY0" fmla="*/ 6529233 h 6529232"/>
                <a:gd name="connsiteX1" fmla="*/ 0 w 23120"/>
                <a:gd name="connsiteY1" fmla="*/ 0 h 652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6529232">
                  <a:moveTo>
                    <a:pt x="0" y="6529233"/>
                  </a:moveTo>
                  <a:lnTo>
                    <a:pt x="0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53FB3281-5593-FAD5-87B1-EE319E68F795}"/>
                </a:ext>
              </a:extLst>
            </p:cNvPr>
            <p:cNvSpPr/>
            <p:nvPr/>
          </p:nvSpPr>
          <p:spPr>
            <a:xfrm>
              <a:off x="27551616" y="6389658"/>
              <a:ext cx="23120" cy="6529232"/>
            </a:xfrm>
            <a:custGeom>
              <a:avLst/>
              <a:gdLst>
                <a:gd name="connsiteX0" fmla="*/ 0 w 23120"/>
                <a:gd name="connsiteY0" fmla="*/ 6529233 h 6529232"/>
                <a:gd name="connsiteX1" fmla="*/ 0 w 23120"/>
                <a:gd name="connsiteY1" fmla="*/ 0 h 652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6529232">
                  <a:moveTo>
                    <a:pt x="0" y="6529233"/>
                  </a:moveTo>
                  <a:lnTo>
                    <a:pt x="0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101B5D9-29E4-C100-B10A-CF8AA36160A9}"/>
                </a:ext>
              </a:extLst>
            </p:cNvPr>
            <p:cNvSpPr/>
            <p:nvPr/>
          </p:nvSpPr>
          <p:spPr>
            <a:xfrm>
              <a:off x="27309309" y="1267696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9398FAE-ACA1-BDE8-89C3-9B8CDB0BEF01}"/>
                </a:ext>
              </a:extLst>
            </p:cNvPr>
            <p:cNvSpPr/>
            <p:nvPr/>
          </p:nvSpPr>
          <p:spPr>
            <a:xfrm>
              <a:off x="22746886" y="12676965"/>
              <a:ext cx="4562423" cy="23150"/>
            </a:xfrm>
            <a:custGeom>
              <a:avLst/>
              <a:gdLst>
                <a:gd name="connsiteX0" fmla="*/ 4562423 w 4562423"/>
                <a:gd name="connsiteY0" fmla="*/ 0 h 23150"/>
                <a:gd name="connsiteX1" fmla="*/ 0 w 4562423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62423" h="23150">
                  <a:moveTo>
                    <a:pt x="4562423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2517E7B6-1F21-18DF-21DF-DEF6032B1999}"/>
                </a:ext>
              </a:extLst>
            </p:cNvPr>
            <p:cNvSpPr/>
            <p:nvPr/>
          </p:nvSpPr>
          <p:spPr>
            <a:xfrm>
              <a:off x="22746886" y="1267696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543D7554-ACFC-B09C-7517-38E2AD944C3D}"/>
                </a:ext>
              </a:extLst>
            </p:cNvPr>
            <p:cNvSpPr/>
            <p:nvPr/>
          </p:nvSpPr>
          <p:spPr>
            <a:xfrm>
              <a:off x="26543318" y="6631353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644F9CD-9C8D-162F-3A97-EE34AAB854C0}"/>
                </a:ext>
              </a:extLst>
            </p:cNvPr>
            <p:cNvSpPr/>
            <p:nvPr/>
          </p:nvSpPr>
          <p:spPr>
            <a:xfrm>
              <a:off x="24180837" y="6631353"/>
              <a:ext cx="2362481" cy="23150"/>
            </a:xfrm>
            <a:custGeom>
              <a:avLst/>
              <a:gdLst>
                <a:gd name="connsiteX0" fmla="*/ 2362481 w 2362481"/>
                <a:gd name="connsiteY0" fmla="*/ 0 h 23150"/>
                <a:gd name="connsiteX1" fmla="*/ 0 w 2362481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2481" h="23150">
                  <a:moveTo>
                    <a:pt x="2362481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21D12CF-7AE0-F9DC-72B0-60B889ACCE40}"/>
                </a:ext>
              </a:extLst>
            </p:cNvPr>
            <p:cNvSpPr/>
            <p:nvPr/>
          </p:nvSpPr>
          <p:spPr>
            <a:xfrm>
              <a:off x="24180837" y="6631353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C3D3162-D524-54CE-14E9-B94626F260C0}"/>
                </a:ext>
              </a:extLst>
            </p:cNvPr>
            <p:cNvSpPr/>
            <p:nvPr/>
          </p:nvSpPr>
          <p:spPr>
            <a:xfrm>
              <a:off x="24918159" y="8646634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0486B342-C0D0-3332-B9EF-54950B152171}"/>
                </a:ext>
              </a:extLst>
            </p:cNvPr>
            <p:cNvSpPr/>
            <p:nvPr/>
          </p:nvSpPr>
          <p:spPr>
            <a:xfrm>
              <a:off x="23460625" y="8646634"/>
              <a:ext cx="1457534" cy="23150"/>
            </a:xfrm>
            <a:custGeom>
              <a:avLst/>
              <a:gdLst>
                <a:gd name="connsiteX0" fmla="*/ 1457534 w 1457534"/>
                <a:gd name="connsiteY0" fmla="*/ 0 h 23150"/>
                <a:gd name="connsiteX1" fmla="*/ 0 w 1457534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57534" h="23150">
                  <a:moveTo>
                    <a:pt x="1457534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8B6D40A1-A563-3012-252D-F09B550DBB6D}"/>
                </a:ext>
              </a:extLst>
            </p:cNvPr>
            <p:cNvSpPr/>
            <p:nvPr/>
          </p:nvSpPr>
          <p:spPr>
            <a:xfrm>
              <a:off x="23460625" y="8646634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4295EDB6-92BC-E2D7-202F-734E35A1C58F}"/>
                </a:ext>
              </a:extLst>
            </p:cNvPr>
            <p:cNvSpPr/>
            <p:nvPr/>
          </p:nvSpPr>
          <p:spPr>
            <a:xfrm>
              <a:off x="25805534" y="11064971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7A6F04DC-8FD2-4F29-C8DE-0F1F69857F3F}"/>
                </a:ext>
              </a:extLst>
            </p:cNvPr>
            <p:cNvSpPr/>
            <p:nvPr/>
          </p:nvSpPr>
          <p:spPr>
            <a:xfrm>
              <a:off x="24344532" y="11064971"/>
              <a:ext cx="1461002" cy="23150"/>
            </a:xfrm>
            <a:custGeom>
              <a:avLst/>
              <a:gdLst>
                <a:gd name="connsiteX0" fmla="*/ 1461002 w 1461002"/>
                <a:gd name="connsiteY0" fmla="*/ 0 h 23150"/>
                <a:gd name="connsiteX1" fmla="*/ 0 w 1461002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61002" h="23150">
                  <a:moveTo>
                    <a:pt x="1461002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0522D65C-8F53-BFF9-DADD-71922CCDCF8A}"/>
                </a:ext>
              </a:extLst>
            </p:cNvPr>
            <p:cNvSpPr/>
            <p:nvPr/>
          </p:nvSpPr>
          <p:spPr>
            <a:xfrm>
              <a:off x="24344532" y="11064971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C1D72D82-095F-BFC2-5A0A-0B85CFA75E0E}"/>
                </a:ext>
              </a:extLst>
            </p:cNvPr>
            <p:cNvSpPr/>
            <p:nvPr/>
          </p:nvSpPr>
          <p:spPr>
            <a:xfrm>
              <a:off x="24643947" y="10258858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61E18249-87F1-4E11-E13F-2EAEF04DA4EA}"/>
                </a:ext>
              </a:extLst>
            </p:cNvPr>
            <p:cNvSpPr/>
            <p:nvPr/>
          </p:nvSpPr>
          <p:spPr>
            <a:xfrm>
              <a:off x="23110114" y="10258858"/>
              <a:ext cx="1533832" cy="23150"/>
            </a:xfrm>
            <a:custGeom>
              <a:avLst/>
              <a:gdLst>
                <a:gd name="connsiteX0" fmla="*/ 1533832 w 1533832"/>
                <a:gd name="connsiteY0" fmla="*/ 0 h 23150"/>
                <a:gd name="connsiteX1" fmla="*/ 0 w 1533832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33832" h="23150">
                  <a:moveTo>
                    <a:pt x="1533832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6469AE0D-EDEC-7AC1-6844-C52BF8823122}"/>
                </a:ext>
              </a:extLst>
            </p:cNvPr>
            <p:cNvSpPr/>
            <p:nvPr/>
          </p:nvSpPr>
          <p:spPr>
            <a:xfrm>
              <a:off x="23110114" y="10258858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A888D618-7F6A-EEF3-BA91-53FAE5BF911F}"/>
                </a:ext>
              </a:extLst>
            </p:cNvPr>
            <p:cNvSpPr/>
            <p:nvPr/>
          </p:nvSpPr>
          <p:spPr>
            <a:xfrm>
              <a:off x="26985850" y="7034409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4487BD18-385E-1F1D-4002-55F886D3CC4C}"/>
                </a:ext>
              </a:extLst>
            </p:cNvPr>
            <p:cNvSpPr/>
            <p:nvPr/>
          </p:nvSpPr>
          <p:spPr>
            <a:xfrm>
              <a:off x="23265254" y="7034409"/>
              <a:ext cx="3720595" cy="23150"/>
            </a:xfrm>
            <a:custGeom>
              <a:avLst/>
              <a:gdLst>
                <a:gd name="connsiteX0" fmla="*/ 3720596 w 3720595"/>
                <a:gd name="connsiteY0" fmla="*/ 0 h 23150"/>
                <a:gd name="connsiteX1" fmla="*/ 0 w 3720595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20595" h="23150">
                  <a:moveTo>
                    <a:pt x="3720596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6E080E6D-BC8E-61D3-ADFC-ED6980014E67}"/>
                </a:ext>
              </a:extLst>
            </p:cNvPr>
            <p:cNvSpPr/>
            <p:nvPr/>
          </p:nvSpPr>
          <p:spPr>
            <a:xfrm>
              <a:off x="23265254" y="7034409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A0591CE1-6662-15CE-3B20-C2AA4BEC3DD3}"/>
                </a:ext>
              </a:extLst>
            </p:cNvPr>
            <p:cNvSpPr/>
            <p:nvPr/>
          </p:nvSpPr>
          <p:spPr>
            <a:xfrm>
              <a:off x="25410631" y="11468027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26548D7-38D6-7E4D-4F87-50B6C99867B7}"/>
                </a:ext>
              </a:extLst>
            </p:cNvPr>
            <p:cNvSpPr/>
            <p:nvPr/>
          </p:nvSpPr>
          <p:spPr>
            <a:xfrm>
              <a:off x="21595934" y="11468027"/>
              <a:ext cx="3814697" cy="23150"/>
            </a:xfrm>
            <a:custGeom>
              <a:avLst/>
              <a:gdLst>
                <a:gd name="connsiteX0" fmla="*/ 3814697 w 3814697"/>
                <a:gd name="connsiteY0" fmla="*/ 0 h 23150"/>
                <a:gd name="connsiteX1" fmla="*/ 0 w 3814697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4697" h="23150">
                  <a:moveTo>
                    <a:pt x="3814697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99915B8A-CA12-BC60-7C53-691652ECBB58}"/>
                </a:ext>
              </a:extLst>
            </p:cNvPr>
            <p:cNvSpPr/>
            <p:nvPr/>
          </p:nvSpPr>
          <p:spPr>
            <a:xfrm>
              <a:off x="21595934" y="11468027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7520D52-55BC-4066-D655-546DC67FAB42}"/>
                </a:ext>
              </a:extLst>
            </p:cNvPr>
            <p:cNvSpPr/>
            <p:nvPr/>
          </p:nvSpPr>
          <p:spPr>
            <a:xfrm>
              <a:off x="26624010" y="1066191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814DD73C-F082-8C2B-E671-138E6B7562BB}"/>
                </a:ext>
              </a:extLst>
            </p:cNvPr>
            <p:cNvSpPr/>
            <p:nvPr/>
          </p:nvSpPr>
          <p:spPr>
            <a:xfrm>
              <a:off x="23337160" y="10661915"/>
              <a:ext cx="3286850" cy="23150"/>
            </a:xfrm>
            <a:custGeom>
              <a:avLst/>
              <a:gdLst>
                <a:gd name="connsiteX0" fmla="*/ 3286851 w 3286850"/>
                <a:gd name="connsiteY0" fmla="*/ 0 h 23150"/>
                <a:gd name="connsiteX1" fmla="*/ 0 w 328685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86850" h="23150">
                  <a:moveTo>
                    <a:pt x="3286851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C466442B-C4E7-8E20-9144-4E414EFFAD0A}"/>
                </a:ext>
              </a:extLst>
            </p:cNvPr>
            <p:cNvSpPr/>
            <p:nvPr/>
          </p:nvSpPr>
          <p:spPr>
            <a:xfrm>
              <a:off x="23337160" y="1066191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B2CF6AB-C310-C932-6CC5-6A9DB490D7B9}"/>
                </a:ext>
              </a:extLst>
            </p:cNvPr>
            <p:cNvSpPr/>
            <p:nvPr/>
          </p:nvSpPr>
          <p:spPr>
            <a:xfrm>
              <a:off x="26554648" y="9452746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E973FDD0-6D95-9B8C-E3EF-D44FAC5AE895}"/>
                </a:ext>
              </a:extLst>
            </p:cNvPr>
            <p:cNvSpPr/>
            <p:nvPr/>
          </p:nvSpPr>
          <p:spPr>
            <a:xfrm>
              <a:off x="24464992" y="9452746"/>
              <a:ext cx="2089656" cy="23150"/>
            </a:xfrm>
            <a:custGeom>
              <a:avLst/>
              <a:gdLst>
                <a:gd name="connsiteX0" fmla="*/ 2089656 w 2089656"/>
                <a:gd name="connsiteY0" fmla="*/ 0 h 23150"/>
                <a:gd name="connsiteX1" fmla="*/ 0 w 2089656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9656" h="23150">
                  <a:moveTo>
                    <a:pt x="2089656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FAD054B6-117C-B425-E919-B6D2DF75F71E}"/>
                </a:ext>
              </a:extLst>
            </p:cNvPr>
            <p:cNvSpPr/>
            <p:nvPr/>
          </p:nvSpPr>
          <p:spPr>
            <a:xfrm>
              <a:off x="24464992" y="9452746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DC40320A-A0FC-5836-3264-DED7C1CBB9A9}"/>
                </a:ext>
              </a:extLst>
            </p:cNvPr>
            <p:cNvSpPr/>
            <p:nvPr/>
          </p:nvSpPr>
          <p:spPr>
            <a:xfrm>
              <a:off x="27115327" y="9049690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BF8CAFEA-83D3-7AD0-EB6B-C6C1FD45180E}"/>
                </a:ext>
              </a:extLst>
            </p:cNvPr>
            <p:cNvSpPr/>
            <p:nvPr/>
          </p:nvSpPr>
          <p:spPr>
            <a:xfrm>
              <a:off x="25081391" y="9049690"/>
              <a:ext cx="2033935" cy="23150"/>
            </a:xfrm>
            <a:custGeom>
              <a:avLst/>
              <a:gdLst>
                <a:gd name="connsiteX0" fmla="*/ 2033936 w 2033935"/>
                <a:gd name="connsiteY0" fmla="*/ 0 h 23150"/>
                <a:gd name="connsiteX1" fmla="*/ 0 w 2033935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3935" h="23150">
                  <a:moveTo>
                    <a:pt x="2033936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921EA437-08F0-DC2F-2978-DEFF1D3315DD}"/>
                </a:ext>
              </a:extLst>
            </p:cNvPr>
            <p:cNvSpPr/>
            <p:nvPr/>
          </p:nvSpPr>
          <p:spPr>
            <a:xfrm>
              <a:off x="25081391" y="9049690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483040A-36A4-9A7B-7A58-46927B7DE170}"/>
                </a:ext>
              </a:extLst>
            </p:cNvPr>
            <p:cNvSpPr/>
            <p:nvPr/>
          </p:nvSpPr>
          <p:spPr>
            <a:xfrm>
              <a:off x="25304969" y="11870852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54599B64-298A-2B39-3952-33FDB4678D28}"/>
                </a:ext>
              </a:extLst>
            </p:cNvPr>
            <p:cNvSpPr/>
            <p:nvPr/>
          </p:nvSpPr>
          <p:spPr>
            <a:xfrm>
              <a:off x="23242365" y="11870852"/>
              <a:ext cx="2062603" cy="23150"/>
            </a:xfrm>
            <a:custGeom>
              <a:avLst/>
              <a:gdLst>
                <a:gd name="connsiteX0" fmla="*/ 2062604 w 2062603"/>
                <a:gd name="connsiteY0" fmla="*/ 0 h 23150"/>
                <a:gd name="connsiteX1" fmla="*/ 0 w 2062603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62603" h="23150">
                  <a:moveTo>
                    <a:pt x="2062604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D8D590C3-DBDD-2309-48B6-DE30D36686F5}"/>
                </a:ext>
              </a:extLst>
            </p:cNvPr>
            <p:cNvSpPr/>
            <p:nvPr/>
          </p:nvSpPr>
          <p:spPr>
            <a:xfrm>
              <a:off x="23242365" y="11870852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A1297B60-4C18-E1B5-3977-83A1729C7C5A}"/>
                </a:ext>
              </a:extLst>
            </p:cNvPr>
            <p:cNvSpPr/>
            <p:nvPr/>
          </p:nvSpPr>
          <p:spPr>
            <a:xfrm>
              <a:off x="27973107" y="7840521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C1EBD80-EC1E-41B8-4A58-13A8A4A6E09D}"/>
                </a:ext>
              </a:extLst>
            </p:cNvPr>
            <p:cNvSpPr/>
            <p:nvPr/>
          </p:nvSpPr>
          <p:spPr>
            <a:xfrm>
              <a:off x="22885380" y="7840521"/>
              <a:ext cx="5087727" cy="23150"/>
            </a:xfrm>
            <a:custGeom>
              <a:avLst/>
              <a:gdLst>
                <a:gd name="connsiteX0" fmla="*/ 5087727 w 5087727"/>
                <a:gd name="connsiteY0" fmla="*/ 0 h 23150"/>
                <a:gd name="connsiteX1" fmla="*/ 0 w 5087727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87727" h="23150">
                  <a:moveTo>
                    <a:pt x="5087727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5117AE41-F0CF-DFC9-BF85-FDC0EE7A2BE0}"/>
                </a:ext>
              </a:extLst>
            </p:cNvPr>
            <p:cNvSpPr/>
            <p:nvPr/>
          </p:nvSpPr>
          <p:spPr>
            <a:xfrm>
              <a:off x="22885380" y="7840521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E2A2A594-FAB6-F399-1505-B361F1A51CBA}"/>
                </a:ext>
              </a:extLst>
            </p:cNvPr>
            <p:cNvSpPr/>
            <p:nvPr/>
          </p:nvSpPr>
          <p:spPr>
            <a:xfrm>
              <a:off x="26193270" y="743746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7BD7E146-D4B7-EEA2-9E83-FF333694A420}"/>
                </a:ext>
              </a:extLst>
            </p:cNvPr>
            <p:cNvSpPr/>
            <p:nvPr/>
          </p:nvSpPr>
          <p:spPr>
            <a:xfrm>
              <a:off x="21019302" y="7437465"/>
              <a:ext cx="5173968" cy="23150"/>
            </a:xfrm>
            <a:custGeom>
              <a:avLst/>
              <a:gdLst>
                <a:gd name="connsiteX0" fmla="*/ 5173969 w 5173968"/>
                <a:gd name="connsiteY0" fmla="*/ 0 h 23150"/>
                <a:gd name="connsiteX1" fmla="*/ 0 w 5173968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3968" h="23150">
                  <a:moveTo>
                    <a:pt x="5173969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C6908F96-B650-4EE9-435B-9977E7E38D43}"/>
                </a:ext>
              </a:extLst>
            </p:cNvPr>
            <p:cNvSpPr/>
            <p:nvPr/>
          </p:nvSpPr>
          <p:spPr>
            <a:xfrm>
              <a:off x="21019302" y="743746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2EE975D8-1757-EEC8-FA2A-EC154A64585B}"/>
                </a:ext>
              </a:extLst>
            </p:cNvPr>
            <p:cNvSpPr/>
            <p:nvPr/>
          </p:nvSpPr>
          <p:spPr>
            <a:xfrm>
              <a:off x="29449600" y="12273908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A0D3C4CE-D282-5D66-CEEE-A5661D989267}"/>
                </a:ext>
              </a:extLst>
            </p:cNvPr>
            <p:cNvSpPr/>
            <p:nvPr/>
          </p:nvSpPr>
          <p:spPr>
            <a:xfrm>
              <a:off x="23914255" y="12273908"/>
              <a:ext cx="5535345" cy="23150"/>
            </a:xfrm>
            <a:custGeom>
              <a:avLst/>
              <a:gdLst>
                <a:gd name="connsiteX0" fmla="*/ 5535345 w 5535345"/>
                <a:gd name="connsiteY0" fmla="*/ 0 h 23150"/>
                <a:gd name="connsiteX1" fmla="*/ 0 w 5535345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35345" h="23150">
                  <a:moveTo>
                    <a:pt x="5535345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053E10E0-3409-AAD7-7597-530CB0EAC311}"/>
                </a:ext>
              </a:extLst>
            </p:cNvPr>
            <p:cNvSpPr/>
            <p:nvPr/>
          </p:nvSpPr>
          <p:spPr>
            <a:xfrm>
              <a:off x="23914255" y="12273908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6A8EB6B9-CFFD-B72E-BBAF-1333E6889385}"/>
                </a:ext>
              </a:extLst>
            </p:cNvPr>
            <p:cNvSpPr/>
            <p:nvPr/>
          </p:nvSpPr>
          <p:spPr>
            <a:xfrm>
              <a:off x="26819150" y="9855803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B95EEF61-9CDE-9338-0254-EEF3F787420A}"/>
                </a:ext>
              </a:extLst>
            </p:cNvPr>
            <p:cNvSpPr/>
            <p:nvPr/>
          </p:nvSpPr>
          <p:spPr>
            <a:xfrm>
              <a:off x="23911018" y="9855803"/>
              <a:ext cx="2908132" cy="23150"/>
            </a:xfrm>
            <a:custGeom>
              <a:avLst/>
              <a:gdLst>
                <a:gd name="connsiteX0" fmla="*/ 2908132 w 2908132"/>
                <a:gd name="connsiteY0" fmla="*/ 0 h 23150"/>
                <a:gd name="connsiteX1" fmla="*/ 0 w 2908132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8132" h="23150">
                  <a:moveTo>
                    <a:pt x="2908132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82F8F437-9959-F1BC-5E2E-E88DE4B1BB55}"/>
                </a:ext>
              </a:extLst>
            </p:cNvPr>
            <p:cNvSpPr/>
            <p:nvPr/>
          </p:nvSpPr>
          <p:spPr>
            <a:xfrm>
              <a:off x="23911018" y="9855803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CADB465B-BC3D-B707-9FAB-9025A3A2D856}"/>
                </a:ext>
              </a:extLst>
            </p:cNvPr>
            <p:cNvSpPr/>
            <p:nvPr/>
          </p:nvSpPr>
          <p:spPr>
            <a:xfrm>
              <a:off x="26694297" y="8243577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433D8EBA-73B7-A9BE-B5DB-8EA2D1FEB395}"/>
                </a:ext>
              </a:extLst>
            </p:cNvPr>
            <p:cNvSpPr/>
            <p:nvPr/>
          </p:nvSpPr>
          <p:spPr>
            <a:xfrm>
              <a:off x="19547433" y="8243577"/>
              <a:ext cx="7146864" cy="23150"/>
            </a:xfrm>
            <a:custGeom>
              <a:avLst/>
              <a:gdLst>
                <a:gd name="connsiteX0" fmla="*/ 7146865 w 7146864"/>
                <a:gd name="connsiteY0" fmla="*/ 0 h 23150"/>
                <a:gd name="connsiteX1" fmla="*/ 0 w 7146864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6864" h="23150">
                  <a:moveTo>
                    <a:pt x="7146865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AD3AFC7C-D389-9082-E2D0-5953918523DE}"/>
                </a:ext>
              </a:extLst>
            </p:cNvPr>
            <p:cNvSpPr/>
            <p:nvPr/>
          </p:nvSpPr>
          <p:spPr>
            <a:xfrm>
              <a:off x="19547433" y="8243577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29593" cap="flat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8818DE47-9A95-6B15-D84B-0F25995E8AC8}"/>
                </a:ext>
              </a:extLst>
            </p:cNvPr>
            <p:cNvSpPr/>
            <p:nvPr/>
          </p:nvSpPr>
          <p:spPr>
            <a:xfrm>
              <a:off x="26756261" y="1267696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94441068-D8FB-45F6-C82F-1C7F224AEA73}"/>
                </a:ext>
              </a:extLst>
            </p:cNvPr>
            <p:cNvSpPr/>
            <p:nvPr/>
          </p:nvSpPr>
          <p:spPr>
            <a:xfrm>
              <a:off x="23352651" y="12676965"/>
              <a:ext cx="3403609" cy="23150"/>
            </a:xfrm>
            <a:custGeom>
              <a:avLst/>
              <a:gdLst>
                <a:gd name="connsiteX0" fmla="*/ 3403610 w 3403609"/>
                <a:gd name="connsiteY0" fmla="*/ 0 h 23150"/>
                <a:gd name="connsiteX1" fmla="*/ 0 w 340360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03609" h="23150">
                  <a:moveTo>
                    <a:pt x="340361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F8D0BDF-3A7B-E5A8-4367-9AD0C3EC929C}"/>
                </a:ext>
              </a:extLst>
            </p:cNvPr>
            <p:cNvSpPr/>
            <p:nvPr/>
          </p:nvSpPr>
          <p:spPr>
            <a:xfrm>
              <a:off x="23352651" y="1267696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051C8194-4A38-D2A2-9699-DED48ED0A562}"/>
                </a:ext>
              </a:extLst>
            </p:cNvPr>
            <p:cNvSpPr/>
            <p:nvPr/>
          </p:nvSpPr>
          <p:spPr>
            <a:xfrm>
              <a:off x="26352571" y="6631353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E7CA3A27-9EF9-BE67-D343-A6455BC9AA14}"/>
                </a:ext>
              </a:extLst>
            </p:cNvPr>
            <p:cNvSpPr/>
            <p:nvPr/>
          </p:nvSpPr>
          <p:spPr>
            <a:xfrm>
              <a:off x="24387999" y="6631353"/>
              <a:ext cx="1964571" cy="23150"/>
            </a:xfrm>
            <a:custGeom>
              <a:avLst/>
              <a:gdLst>
                <a:gd name="connsiteX0" fmla="*/ 1964572 w 1964571"/>
                <a:gd name="connsiteY0" fmla="*/ 0 h 23150"/>
                <a:gd name="connsiteX1" fmla="*/ 0 w 1964571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64571" h="23150">
                  <a:moveTo>
                    <a:pt x="1964572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E471DCE-ADE0-7F69-DB28-C1013EB3EEBB}"/>
                </a:ext>
              </a:extLst>
            </p:cNvPr>
            <p:cNvSpPr/>
            <p:nvPr/>
          </p:nvSpPr>
          <p:spPr>
            <a:xfrm>
              <a:off x="24387999" y="6631353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3389C17B-BF8C-EE7C-6A20-17A45E74567C}"/>
                </a:ext>
              </a:extLst>
            </p:cNvPr>
            <p:cNvSpPr/>
            <p:nvPr/>
          </p:nvSpPr>
          <p:spPr>
            <a:xfrm>
              <a:off x="24797469" y="8646634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4875C95D-8390-F539-3D02-D222BD19E2E6}"/>
                </a:ext>
              </a:extLst>
            </p:cNvPr>
            <p:cNvSpPr/>
            <p:nvPr/>
          </p:nvSpPr>
          <p:spPr>
            <a:xfrm>
              <a:off x="23579928" y="8646634"/>
              <a:ext cx="1217541" cy="23150"/>
            </a:xfrm>
            <a:custGeom>
              <a:avLst/>
              <a:gdLst>
                <a:gd name="connsiteX0" fmla="*/ 1217541 w 1217541"/>
                <a:gd name="connsiteY0" fmla="*/ 0 h 23150"/>
                <a:gd name="connsiteX1" fmla="*/ 0 w 1217541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7541" h="23150">
                  <a:moveTo>
                    <a:pt x="1217541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9B27DF26-77B4-1448-1488-3A3EEBE794D9}"/>
                </a:ext>
              </a:extLst>
            </p:cNvPr>
            <p:cNvSpPr/>
            <p:nvPr/>
          </p:nvSpPr>
          <p:spPr>
            <a:xfrm>
              <a:off x="23579928" y="8646634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1016BD91-DE0F-8A09-9E8D-DDE905AA7179}"/>
                </a:ext>
              </a:extLst>
            </p:cNvPr>
            <p:cNvSpPr/>
            <p:nvPr/>
          </p:nvSpPr>
          <p:spPr>
            <a:xfrm>
              <a:off x="25679757" y="11064971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4FFE9D4-88C4-ADD5-9843-D4D1D8EB0062}"/>
                </a:ext>
              </a:extLst>
            </p:cNvPr>
            <p:cNvSpPr/>
            <p:nvPr/>
          </p:nvSpPr>
          <p:spPr>
            <a:xfrm>
              <a:off x="24458518" y="11064971"/>
              <a:ext cx="1221239" cy="23150"/>
            </a:xfrm>
            <a:custGeom>
              <a:avLst/>
              <a:gdLst>
                <a:gd name="connsiteX0" fmla="*/ 1221240 w 1221239"/>
                <a:gd name="connsiteY0" fmla="*/ 0 h 23150"/>
                <a:gd name="connsiteX1" fmla="*/ 0 w 122123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1239" h="23150">
                  <a:moveTo>
                    <a:pt x="122124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74AA3A26-FE29-286E-CAEF-BCD5E3100852}"/>
                </a:ext>
              </a:extLst>
            </p:cNvPr>
            <p:cNvSpPr/>
            <p:nvPr/>
          </p:nvSpPr>
          <p:spPr>
            <a:xfrm>
              <a:off x="24458518" y="11064971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AE7F8047-67E3-82DA-6070-F6293267DF61}"/>
                </a:ext>
              </a:extLst>
            </p:cNvPr>
            <p:cNvSpPr/>
            <p:nvPr/>
          </p:nvSpPr>
          <p:spPr>
            <a:xfrm>
              <a:off x="24522563" y="10258858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115C7BBA-BC52-4578-A250-A16671AFA027}"/>
                </a:ext>
              </a:extLst>
            </p:cNvPr>
            <p:cNvSpPr/>
            <p:nvPr/>
          </p:nvSpPr>
          <p:spPr>
            <a:xfrm>
              <a:off x="23230573" y="10258858"/>
              <a:ext cx="1291989" cy="23150"/>
            </a:xfrm>
            <a:custGeom>
              <a:avLst/>
              <a:gdLst>
                <a:gd name="connsiteX0" fmla="*/ 1291989 w 1291989"/>
                <a:gd name="connsiteY0" fmla="*/ 0 h 23150"/>
                <a:gd name="connsiteX1" fmla="*/ 0 w 1291989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1989" h="23150">
                  <a:moveTo>
                    <a:pt x="1291989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2CD9D37A-F9E3-95BF-3410-B23812C35551}"/>
                </a:ext>
              </a:extLst>
            </p:cNvPr>
            <p:cNvSpPr/>
            <p:nvPr/>
          </p:nvSpPr>
          <p:spPr>
            <a:xfrm>
              <a:off x="23230573" y="10258858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528AC7A5-528C-8142-7055-A931CACA05CF}"/>
                </a:ext>
              </a:extLst>
            </p:cNvPr>
            <p:cNvSpPr/>
            <p:nvPr/>
          </p:nvSpPr>
          <p:spPr>
            <a:xfrm>
              <a:off x="26676494" y="7034409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06E465D9-734F-D4B0-8AAA-F516014DBA45}"/>
                </a:ext>
              </a:extLst>
            </p:cNvPr>
            <p:cNvSpPr/>
            <p:nvPr/>
          </p:nvSpPr>
          <p:spPr>
            <a:xfrm>
              <a:off x="23565593" y="7034409"/>
              <a:ext cx="3110900" cy="23150"/>
            </a:xfrm>
            <a:custGeom>
              <a:avLst/>
              <a:gdLst>
                <a:gd name="connsiteX0" fmla="*/ 3110901 w 3110900"/>
                <a:gd name="connsiteY0" fmla="*/ 0 h 23150"/>
                <a:gd name="connsiteX1" fmla="*/ 0 w 311090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10900" h="23150">
                  <a:moveTo>
                    <a:pt x="3110901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B94F960A-2BA7-2B4E-E29F-4EFD5BB55258}"/>
                </a:ext>
              </a:extLst>
            </p:cNvPr>
            <p:cNvSpPr/>
            <p:nvPr/>
          </p:nvSpPr>
          <p:spPr>
            <a:xfrm>
              <a:off x="23565593" y="7034409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AC02510-C7BF-F2BF-6E58-6FE8203C0F68}"/>
                </a:ext>
              </a:extLst>
            </p:cNvPr>
            <p:cNvSpPr/>
            <p:nvPr/>
          </p:nvSpPr>
          <p:spPr>
            <a:xfrm>
              <a:off x="25121621" y="11468027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787D8E69-B0DA-A611-2DD8-9030AAA58C5B}"/>
                </a:ext>
              </a:extLst>
            </p:cNvPr>
            <p:cNvSpPr/>
            <p:nvPr/>
          </p:nvSpPr>
          <p:spPr>
            <a:xfrm>
              <a:off x="21901360" y="11468027"/>
              <a:ext cx="3220261" cy="23150"/>
            </a:xfrm>
            <a:custGeom>
              <a:avLst/>
              <a:gdLst>
                <a:gd name="connsiteX0" fmla="*/ 3220262 w 3220261"/>
                <a:gd name="connsiteY0" fmla="*/ 0 h 23150"/>
                <a:gd name="connsiteX1" fmla="*/ 0 w 3220261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20261" h="23150">
                  <a:moveTo>
                    <a:pt x="3220262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9272763-06EA-9C2B-FB7A-CFE3BF11D072}"/>
                </a:ext>
              </a:extLst>
            </p:cNvPr>
            <p:cNvSpPr/>
            <p:nvPr/>
          </p:nvSpPr>
          <p:spPr>
            <a:xfrm>
              <a:off x="21901360" y="11468027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1BA9C671-D47F-BDB0-D770-2FC12C906FCA}"/>
                </a:ext>
              </a:extLst>
            </p:cNvPr>
            <p:cNvSpPr/>
            <p:nvPr/>
          </p:nvSpPr>
          <p:spPr>
            <a:xfrm>
              <a:off x="26350028" y="1066191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535097C-90E0-6783-0748-53807FC369E5}"/>
                </a:ext>
              </a:extLst>
            </p:cNvPr>
            <p:cNvSpPr/>
            <p:nvPr/>
          </p:nvSpPr>
          <p:spPr>
            <a:xfrm>
              <a:off x="23597038" y="10661915"/>
              <a:ext cx="2752990" cy="23150"/>
            </a:xfrm>
            <a:custGeom>
              <a:avLst/>
              <a:gdLst>
                <a:gd name="connsiteX0" fmla="*/ 2752991 w 2752990"/>
                <a:gd name="connsiteY0" fmla="*/ 0 h 23150"/>
                <a:gd name="connsiteX1" fmla="*/ 0 w 275299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990" h="23150">
                  <a:moveTo>
                    <a:pt x="2752991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83EE803C-C28F-8F1B-FC02-7004F6A8D30C}"/>
                </a:ext>
              </a:extLst>
            </p:cNvPr>
            <p:cNvSpPr/>
            <p:nvPr/>
          </p:nvSpPr>
          <p:spPr>
            <a:xfrm>
              <a:off x="23597038" y="1066191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55B36B5-C14B-1BF8-1017-D62010BF2868}"/>
                </a:ext>
              </a:extLst>
            </p:cNvPr>
            <p:cNvSpPr/>
            <p:nvPr/>
          </p:nvSpPr>
          <p:spPr>
            <a:xfrm>
              <a:off x="26394651" y="9452746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C080D63C-35BB-FDC2-863D-79C6D169589B}"/>
                </a:ext>
              </a:extLst>
            </p:cNvPr>
            <p:cNvSpPr/>
            <p:nvPr/>
          </p:nvSpPr>
          <p:spPr>
            <a:xfrm>
              <a:off x="24639785" y="9452746"/>
              <a:ext cx="1754866" cy="23150"/>
            </a:xfrm>
            <a:custGeom>
              <a:avLst/>
              <a:gdLst>
                <a:gd name="connsiteX0" fmla="*/ 1754866 w 1754866"/>
                <a:gd name="connsiteY0" fmla="*/ 0 h 23150"/>
                <a:gd name="connsiteX1" fmla="*/ 0 w 1754866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54866" h="23150">
                  <a:moveTo>
                    <a:pt x="1754866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3E81A1D2-654A-513C-6439-8221BB2DD1A0}"/>
                </a:ext>
              </a:extLst>
            </p:cNvPr>
            <p:cNvSpPr/>
            <p:nvPr/>
          </p:nvSpPr>
          <p:spPr>
            <a:xfrm>
              <a:off x="24639785" y="9452746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743AFF-B9E0-D218-94E5-04AB2FB505E6}"/>
                </a:ext>
              </a:extLst>
            </p:cNvPr>
            <p:cNvSpPr/>
            <p:nvPr/>
          </p:nvSpPr>
          <p:spPr>
            <a:xfrm>
              <a:off x="26931285" y="9049690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AC182295-569C-BB04-DAAD-EC187577E978}"/>
                </a:ext>
              </a:extLst>
            </p:cNvPr>
            <p:cNvSpPr/>
            <p:nvPr/>
          </p:nvSpPr>
          <p:spPr>
            <a:xfrm>
              <a:off x="25234451" y="9049690"/>
              <a:ext cx="1696834" cy="23150"/>
            </a:xfrm>
            <a:custGeom>
              <a:avLst/>
              <a:gdLst>
                <a:gd name="connsiteX0" fmla="*/ 1696834 w 1696834"/>
                <a:gd name="connsiteY0" fmla="*/ 0 h 23150"/>
                <a:gd name="connsiteX1" fmla="*/ 0 w 1696834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96834" h="23150">
                  <a:moveTo>
                    <a:pt x="1696834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8C919EFF-4176-3B0F-BF68-EBAA260FDFAE}"/>
                </a:ext>
              </a:extLst>
            </p:cNvPr>
            <p:cNvSpPr/>
            <p:nvPr/>
          </p:nvSpPr>
          <p:spPr>
            <a:xfrm>
              <a:off x="25234451" y="9049690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D69E4D34-BECE-A102-E386-AC037E9C3192}"/>
                </a:ext>
              </a:extLst>
            </p:cNvPr>
            <p:cNvSpPr/>
            <p:nvPr/>
          </p:nvSpPr>
          <p:spPr>
            <a:xfrm>
              <a:off x="25122316" y="11870852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E3232782-28EF-1694-548F-CE9CBD764A48}"/>
                </a:ext>
              </a:extLst>
            </p:cNvPr>
            <p:cNvSpPr/>
            <p:nvPr/>
          </p:nvSpPr>
          <p:spPr>
            <a:xfrm>
              <a:off x="23394731" y="11870852"/>
              <a:ext cx="1727584" cy="23150"/>
            </a:xfrm>
            <a:custGeom>
              <a:avLst/>
              <a:gdLst>
                <a:gd name="connsiteX0" fmla="*/ 1727585 w 1727584"/>
                <a:gd name="connsiteY0" fmla="*/ 0 h 23150"/>
                <a:gd name="connsiteX1" fmla="*/ 0 w 1727584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27584" h="23150">
                  <a:moveTo>
                    <a:pt x="1727585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D713CB1A-2061-6483-AA5D-DED56C0B806A}"/>
                </a:ext>
              </a:extLst>
            </p:cNvPr>
            <p:cNvSpPr/>
            <p:nvPr/>
          </p:nvSpPr>
          <p:spPr>
            <a:xfrm>
              <a:off x="23394731" y="11870852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7900EF7D-3DA8-0A73-8716-29C2ABD87F49}"/>
                </a:ext>
              </a:extLst>
            </p:cNvPr>
            <p:cNvSpPr/>
            <p:nvPr/>
          </p:nvSpPr>
          <p:spPr>
            <a:xfrm>
              <a:off x="27543754" y="7840521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10F68B1A-4353-3BB9-69B3-2CA7FD50BD72}"/>
                </a:ext>
              </a:extLst>
            </p:cNvPr>
            <p:cNvSpPr/>
            <p:nvPr/>
          </p:nvSpPr>
          <p:spPr>
            <a:xfrm>
              <a:off x="23339241" y="7840521"/>
              <a:ext cx="4204513" cy="23150"/>
            </a:xfrm>
            <a:custGeom>
              <a:avLst/>
              <a:gdLst>
                <a:gd name="connsiteX0" fmla="*/ 4204514 w 4204513"/>
                <a:gd name="connsiteY0" fmla="*/ 0 h 23150"/>
                <a:gd name="connsiteX1" fmla="*/ 0 w 4204513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04513" h="23150">
                  <a:moveTo>
                    <a:pt x="4204514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674B5141-13AF-D1CC-5807-B024BB2FA9D2}"/>
                </a:ext>
              </a:extLst>
            </p:cNvPr>
            <p:cNvSpPr/>
            <p:nvPr/>
          </p:nvSpPr>
          <p:spPr>
            <a:xfrm>
              <a:off x="23339241" y="7840521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FC96FEB-140B-36D0-B663-134CC0D65046}"/>
                </a:ext>
              </a:extLst>
            </p:cNvPr>
            <p:cNvSpPr/>
            <p:nvPr/>
          </p:nvSpPr>
          <p:spPr>
            <a:xfrm>
              <a:off x="25748427" y="743746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12F345CD-C89B-77D8-B25C-26DC1CBA706D}"/>
                </a:ext>
              </a:extLst>
            </p:cNvPr>
            <p:cNvSpPr/>
            <p:nvPr/>
          </p:nvSpPr>
          <p:spPr>
            <a:xfrm>
              <a:off x="21438481" y="7437465"/>
              <a:ext cx="4309945" cy="23150"/>
            </a:xfrm>
            <a:custGeom>
              <a:avLst/>
              <a:gdLst>
                <a:gd name="connsiteX0" fmla="*/ 4309945 w 4309945"/>
                <a:gd name="connsiteY0" fmla="*/ 0 h 23150"/>
                <a:gd name="connsiteX1" fmla="*/ 0 w 4309945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09945" h="23150">
                  <a:moveTo>
                    <a:pt x="4309945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2CE4DD58-00AB-B55C-7004-DFF44891B7B1}"/>
                </a:ext>
              </a:extLst>
            </p:cNvPr>
            <p:cNvSpPr/>
            <p:nvPr/>
          </p:nvSpPr>
          <p:spPr>
            <a:xfrm>
              <a:off x="21438481" y="7437465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5BF31BEF-5ECE-5437-4004-0F919AE997E6}"/>
                </a:ext>
              </a:extLst>
            </p:cNvPr>
            <p:cNvSpPr/>
            <p:nvPr/>
          </p:nvSpPr>
          <p:spPr>
            <a:xfrm>
              <a:off x="29026721" y="12273908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2831FE44-5B78-FEFD-F094-C8B80F6F276D}"/>
                </a:ext>
              </a:extLst>
            </p:cNvPr>
            <p:cNvSpPr/>
            <p:nvPr/>
          </p:nvSpPr>
          <p:spPr>
            <a:xfrm>
              <a:off x="24375283" y="12273908"/>
              <a:ext cx="4651438" cy="23150"/>
            </a:xfrm>
            <a:custGeom>
              <a:avLst/>
              <a:gdLst>
                <a:gd name="connsiteX0" fmla="*/ 4651438 w 4651438"/>
                <a:gd name="connsiteY0" fmla="*/ 0 h 23150"/>
                <a:gd name="connsiteX1" fmla="*/ 0 w 4651438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51438" h="23150">
                  <a:moveTo>
                    <a:pt x="4651438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30E79358-068A-ED58-3454-125A3EA92D19}"/>
                </a:ext>
              </a:extLst>
            </p:cNvPr>
            <p:cNvSpPr/>
            <p:nvPr/>
          </p:nvSpPr>
          <p:spPr>
            <a:xfrm>
              <a:off x="24375283" y="12273908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05539628-5866-5822-A39E-8C9EB44D0958}"/>
                </a:ext>
              </a:extLst>
            </p:cNvPr>
            <p:cNvSpPr/>
            <p:nvPr/>
          </p:nvSpPr>
          <p:spPr>
            <a:xfrm>
              <a:off x="26567596" y="9855803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44A0AA6A-1B22-1C14-C783-90533978EE2D}"/>
                </a:ext>
              </a:extLst>
            </p:cNvPr>
            <p:cNvSpPr/>
            <p:nvPr/>
          </p:nvSpPr>
          <p:spPr>
            <a:xfrm>
              <a:off x="24120260" y="9855803"/>
              <a:ext cx="2447335" cy="23150"/>
            </a:xfrm>
            <a:custGeom>
              <a:avLst/>
              <a:gdLst>
                <a:gd name="connsiteX0" fmla="*/ 2447335 w 2447335"/>
                <a:gd name="connsiteY0" fmla="*/ 0 h 23150"/>
                <a:gd name="connsiteX1" fmla="*/ 0 w 2447335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7335" h="23150">
                  <a:moveTo>
                    <a:pt x="2447335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8280AE16-ECE1-5403-E7DE-55FCDA37DCAF}"/>
                </a:ext>
              </a:extLst>
            </p:cNvPr>
            <p:cNvSpPr/>
            <p:nvPr/>
          </p:nvSpPr>
          <p:spPr>
            <a:xfrm>
              <a:off x="24120260" y="9855803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0FB0E998-971C-9FA1-3C99-C8B6F13B3F02}"/>
                </a:ext>
              </a:extLst>
            </p:cNvPr>
            <p:cNvSpPr/>
            <p:nvPr/>
          </p:nvSpPr>
          <p:spPr>
            <a:xfrm>
              <a:off x="26136856" y="8243577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AF01B614-7991-602B-0494-A76018BB18FE}"/>
                </a:ext>
              </a:extLst>
            </p:cNvPr>
            <p:cNvSpPr/>
            <p:nvPr/>
          </p:nvSpPr>
          <p:spPr>
            <a:xfrm>
              <a:off x="20144411" y="8243577"/>
              <a:ext cx="5992444" cy="23150"/>
            </a:xfrm>
            <a:custGeom>
              <a:avLst/>
              <a:gdLst>
                <a:gd name="connsiteX0" fmla="*/ 5992444 w 5992444"/>
                <a:gd name="connsiteY0" fmla="*/ 0 h 23150"/>
                <a:gd name="connsiteX1" fmla="*/ 0 w 5992444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92444" h="23150">
                  <a:moveTo>
                    <a:pt x="5992444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6BA99C32-12AC-9669-075B-AA31CDE536F3}"/>
                </a:ext>
              </a:extLst>
            </p:cNvPr>
            <p:cNvSpPr/>
            <p:nvPr/>
          </p:nvSpPr>
          <p:spPr>
            <a:xfrm>
              <a:off x="20144411" y="8243577"/>
              <a:ext cx="23120" cy="23150"/>
            </a:xfrm>
            <a:custGeom>
              <a:avLst/>
              <a:gdLst>
                <a:gd name="connsiteX0" fmla="*/ 0 w 23120"/>
                <a:gd name="connsiteY0" fmla="*/ 0 h 23150"/>
                <a:gd name="connsiteX1" fmla="*/ 0 w 23120"/>
                <a:gd name="connsiteY1" fmla="*/ 0 h 23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2315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9187" cap="flat">
              <a:solidFill>
                <a:srgbClr val="FFA5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E22A571C-890B-68C0-B540-AA3C75F88C7C}"/>
                </a:ext>
              </a:extLst>
            </p:cNvPr>
            <p:cNvSpPr/>
            <p:nvPr/>
          </p:nvSpPr>
          <p:spPr>
            <a:xfrm>
              <a:off x="24969256" y="12545236"/>
              <a:ext cx="263114" cy="263456"/>
            </a:xfrm>
            <a:custGeom>
              <a:avLst/>
              <a:gdLst>
                <a:gd name="connsiteX0" fmla="*/ 263115 w 263114"/>
                <a:gd name="connsiteY0" fmla="*/ 131728 h 263456"/>
                <a:gd name="connsiteX1" fmla="*/ 131558 w 263114"/>
                <a:gd name="connsiteY1" fmla="*/ 263457 h 263456"/>
                <a:gd name="connsiteX2" fmla="*/ 0 w 263114"/>
                <a:gd name="connsiteY2" fmla="*/ 131728 h 263456"/>
                <a:gd name="connsiteX3" fmla="*/ 131558 w 263114"/>
                <a:gd name="connsiteY3" fmla="*/ 0 h 263456"/>
                <a:gd name="connsiteX4" fmla="*/ 263115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5" y="131728"/>
                  </a:moveTo>
                  <a:cubicBezTo>
                    <a:pt x="263115" y="204480"/>
                    <a:pt x="204215" y="263457"/>
                    <a:pt x="131558" y="263457"/>
                  </a:cubicBezTo>
                  <a:cubicBezTo>
                    <a:pt x="58900" y="263457"/>
                    <a:pt x="0" y="204480"/>
                    <a:pt x="0" y="131728"/>
                  </a:cubicBezTo>
                  <a:cubicBezTo>
                    <a:pt x="0" y="58977"/>
                    <a:pt x="58900" y="0"/>
                    <a:pt x="131558" y="0"/>
                  </a:cubicBezTo>
                  <a:cubicBezTo>
                    <a:pt x="204215" y="0"/>
                    <a:pt x="263115" y="58977"/>
                    <a:pt x="263115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BFFA3220-EA5C-C2D7-253B-54863C4820F8}"/>
                </a:ext>
              </a:extLst>
            </p:cNvPr>
            <p:cNvSpPr/>
            <p:nvPr/>
          </p:nvSpPr>
          <p:spPr>
            <a:xfrm>
              <a:off x="25234451" y="6499624"/>
              <a:ext cx="263114" cy="263456"/>
            </a:xfrm>
            <a:custGeom>
              <a:avLst/>
              <a:gdLst>
                <a:gd name="connsiteX0" fmla="*/ 263114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4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4" y="131728"/>
                  </a:moveTo>
                  <a:cubicBezTo>
                    <a:pt x="263114" y="204480"/>
                    <a:pt x="204214" y="263457"/>
                    <a:pt x="131557" y="263457"/>
                  </a:cubicBezTo>
                  <a:cubicBezTo>
                    <a:pt x="58900" y="263457"/>
                    <a:pt x="0" y="204480"/>
                    <a:pt x="0" y="131728"/>
                  </a:cubicBezTo>
                  <a:cubicBezTo>
                    <a:pt x="0" y="58977"/>
                    <a:pt x="58900" y="0"/>
                    <a:pt x="131557" y="0"/>
                  </a:cubicBezTo>
                  <a:cubicBezTo>
                    <a:pt x="204214" y="0"/>
                    <a:pt x="263114" y="58977"/>
                    <a:pt x="263114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980422F2-708C-47EB-7175-CEF26B7DAEC9}"/>
                </a:ext>
              </a:extLst>
            </p:cNvPr>
            <p:cNvSpPr/>
            <p:nvPr/>
          </p:nvSpPr>
          <p:spPr>
            <a:xfrm>
              <a:off x="24061534" y="8514905"/>
              <a:ext cx="263114" cy="263456"/>
            </a:xfrm>
            <a:custGeom>
              <a:avLst/>
              <a:gdLst>
                <a:gd name="connsiteX0" fmla="*/ 263115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5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5" y="131728"/>
                  </a:moveTo>
                  <a:cubicBezTo>
                    <a:pt x="263115" y="204480"/>
                    <a:pt x="204215" y="263457"/>
                    <a:pt x="131557" y="263457"/>
                  </a:cubicBezTo>
                  <a:cubicBezTo>
                    <a:pt x="58900" y="263457"/>
                    <a:pt x="0" y="204480"/>
                    <a:pt x="0" y="131728"/>
                  </a:cubicBezTo>
                  <a:cubicBezTo>
                    <a:pt x="0" y="58977"/>
                    <a:pt x="58900" y="0"/>
                    <a:pt x="131557" y="0"/>
                  </a:cubicBezTo>
                  <a:cubicBezTo>
                    <a:pt x="204215" y="0"/>
                    <a:pt x="263115" y="58977"/>
                    <a:pt x="263115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21BEDF3B-C7AC-D14B-A9F2-CC67F4B621ED}"/>
                </a:ext>
              </a:extLst>
            </p:cNvPr>
            <p:cNvSpPr/>
            <p:nvPr/>
          </p:nvSpPr>
          <p:spPr>
            <a:xfrm>
              <a:off x="24932031" y="10933243"/>
              <a:ext cx="263114" cy="263456"/>
            </a:xfrm>
            <a:custGeom>
              <a:avLst/>
              <a:gdLst>
                <a:gd name="connsiteX0" fmla="*/ 263114 w 263114"/>
                <a:gd name="connsiteY0" fmla="*/ 131728 h 263456"/>
                <a:gd name="connsiteX1" fmla="*/ 131557 w 263114"/>
                <a:gd name="connsiteY1" fmla="*/ 263457 h 263456"/>
                <a:gd name="connsiteX2" fmla="*/ -1 w 263114"/>
                <a:gd name="connsiteY2" fmla="*/ 131728 h 263456"/>
                <a:gd name="connsiteX3" fmla="*/ 131557 w 263114"/>
                <a:gd name="connsiteY3" fmla="*/ 0 h 263456"/>
                <a:gd name="connsiteX4" fmla="*/ 263114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4" y="131728"/>
                  </a:moveTo>
                  <a:cubicBezTo>
                    <a:pt x="263114" y="204480"/>
                    <a:pt x="204214" y="263457"/>
                    <a:pt x="131557" y="263457"/>
                  </a:cubicBezTo>
                  <a:cubicBezTo>
                    <a:pt x="58899" y="263457"/>
                    <a:pt x="-1" y="204480"/>
                    <a:pt x="-1" y="131728"/>
                  </a:cubicBezTo>
                  <a:cubicBezTo>
                    <a:pt x="-1" y="58977"/>
                    <a:pt x="58899" y="0"/>
                    <a:pt x="131557" y="0"/>
                  </a:cubicBezTo>
                  <a:cubicBezTo>
                    <a:pt x="204214" y="0"/>
                    <a:pt x="263114" y="58977"/>
                    <a:pt x="263114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B79F952A-0BA3-DA61-AD6F-41542CEA70F4}"/>
                </a:ext>
              </a:extLst>
            </p:cNvPr>
            <p:cNvSpPr/>
            <p:nvPr/>
          </p:nvSpPr>
          <p:spPr>
            <a:xfrm>
              <a:off x="23739462" y="10127130"/>
              <a:ext cx="263114" cy="263456"/>
            </a:xfrm>
            <a:custGeom>
              <a:avLst/>
              <a:gdLst>
                <a:gd name="connsiteX0" fmla="*/ 263114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4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4" y="131728"/>
                  </a:moveTo>
                  <a:cubicBezTo>
                    <a:pt x="263114" y="204480"/>
                    <a:pt x="204214" y="263457"/>
                    <a:pt x="131557" y="263457"/>
                  </a:cubicBezTo>
                  <a:cubicBezTo>
                    <a:pt x="58900" y="263457"/>
                    <a:pt x="0" y="204480"/>
                    <a:pt x="0" y="131728"/>
                  </a:cubicBezTo>
                  <a:cubicBezTo>
                    <a:pt x="0" y="58977"/>
                    <a:pt x="58899" y="0"/>
                    <a:pt x="131557" y="0"/>
                  </a:cubicBezTo>
                  <a:cubicBezTo>
                    <a:pt x="204214" y="0"/>
                    <a:pt x="263114" y="58977"/>
                    <a:pt x="263114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75037143-A5C2-BF59-2E7E-22EFE9B2BD5F}"/>
                </a:ext>
              </a:extLst>
            </p:cNvPr>
            <p:cNvSpPr/>
            <p:nvPr/>
          </p:nvSpPr>
          <p:spPr>
            <a:xfrm>
              <a:off x="24984284" y="6902681"/>
              <a:ext cx="263114" cy="263456"/>
            </a:xfrm>
            <a:custGeom>
              <a:avLst/>
              <a:gdLst>
                <a:gd name="connsiteX0" fmla="*/ 263114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4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4" y="131728"/>
                  </a:moveTo>
                  <a:cubicBezTo>
                    <a:pt x="263114" y="204480"/>
                    <a:pt x="204214" y="263457"/>
                    <a:pt x="131557" y="263457"/>
                  </a:cubicBezTo>
                  <a:cubicBezTo>
                    <a:pt x="58899" y="263457"/>
                    <a:pt x="0" y="204480"/>
                    <a:pt x="0" y="131728"/>
                  </a:cubicBezTo>
                  <a:cubicBezTo>
                    <a:pt x="0" y="58977"/>
                    <a:pt x="58899" y="0"/>
                    <a:pt x="131557" y="0"/>
                  </a:cubicBezTo>
                  <a:cubicBezTo>
                    <a:pt x="204214" y="0"/>
                    <a:pt x="263114" y="58977"/>
                    <a:pt x="263114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6B9535CE-30BD-8517-AA91-BAD312BD4A0F}"/>
                </a:ext>
              </a:extLst>
            </p:cNvPr>
            <p:cNvSpPr/>
            <p:nvPr/>
          </p:nvSpPr>
          <p:spPr>
            <a:xfrm>
              <a:off x="23411146" y="11336299"/>
              <a:ext cx="263114" cy="263456"/>
            </a:xfrm>
            <a:custGeom>
              <a:avLst/>
              <a:gdLst>
                <a:gd name="connsiteX0" fmla="*/ 263115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5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5" y="131728"/>
                  </a:moveTo>
                  <a:cubicBezTo>
                    <a:pt x="263115" y="204480"/>
                    <a:pt x="204215" y="263457"/>
                    <a:pt x="131557" y="263457"/>
                  </a:cubicBezTo>
                  <a:cubicBezTo>
                    <a:pt x="58901" y="263457"/>
                    <a:pt x="0" y="204480"/>
                    <a:pt x="0" y="131728"/>
                  </a:cubicBezTo>
                  <a:cubicBezTo>
                    <a:pt x="0" y="58977"/>
                    <a:pt x="58900" y="0"/>
                    <a:pt x="131557" y="0"/>
                  </a:cubicBezTo>
                  <a:cubicBezTo>
                    <a:pt x="204214" y="0"/>
                    <a:pt x="263115" y="58977"/>
                    <a:pt x="263115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4FF43A85-4149-B7B2-E318-985161C3CA32}"/>
                </a:ext>
              </a:extLst>
            </p:cNvPr>
            <p:cNvSpPr/>
            <p:nvPr/>
          </p:nvSpPr>
          <p:spPr>
            <a:xfrm>
              <a:off x="25378725" y="9321018"/>
              <a:ext cx="263114" cy="263456"/>
            </a:xfrm>
            <a:custGeom>
              <a:avLst/>
              <a:gdLst>
                <a:gd name="connsiteX0" fmla="*/ 263114 w 263114"/>
                <a:gd name="connsiteY0" fmla="*/ 131728 h 263456"/>
                <a:gd name="connsiteX1" fmla="*/ 131557 w 263114"/>
                <a:gd name="connsiteY1" fmla="*/ 263457 h 263456"/>
                <a:gd name="connsiteX2" fmla="*/ -1 w 263114"/>
                <a:gd name="connsiteY2" fmla="*/ 131728 h 263456"/>
                <a:gd name="connsiteX3" fmla="*/ 131557 w 263114"/>
                <a:gd name="connsiteY3" fmla="*/ 0 h 263456"/>
                <a:gd name="connsiteX4" fmla="*/ 263114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4" y="131728"/>
                  </a:moveTo>
                  <a:cubicBezTo>
                    <a:pt x="263114" y="204480"/>
                    <a:pt x="204214" y="263457"/>
                    <a:pt x="131557" y="263457"/>
                  </a:cubicBezTo>
                  <a:cubicBezTo>
                    <a:pt x="58899" y="263457"/>
                    <a:pt x="-1" y="204480"/>
                    <a:pt x="-1" y="131728"/>
                  </a:cubicBezTo>
                  <a:cubicBezTo>
                    <a:pt x="-1" y="58977"/>
                    <a:pt x="58899" y="0"/>
                    <a:pt x="131557" y="0"/>
                  </a:cubicBezTo>
                  <a:cubicBezTo>
                    <a:pt x="204214" y="0"/>
                    <a:pt x="263114" y="58977"/>
                    <a:pt x="263114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62CE1FAC-0C78-76BE-E8FC-E27FB510C27D}"/>
                </a:ext>
              </a:extLst>
            </p:cNvPr>
            <p:cNvSpPr/>
            <p:nvPr/>
          </p:nvSpPr>
          <p:spPr>
            <a:xfrm>
              <a:off x="25953507" y="8917962"/>
              <a:ext cx="263114" cy="263456"/>
            </a:xfrm>
            <a:custGeom>
              <a:avLst/>
              <a:gdLst>
                <a:gd name="connsiteX0" fmla="*/ 263115 w 263114"/>
                <a:gd name="connsiteY0" fmla="*/ 131728 h 263456"/>
                <a:gd name="connsiteX1" fmla="*/ 131558 w 263114"/>
                <a:gd name="connsiteY1" fmla="*/ 263457 h 263456"/>
                <a:gd name="connsiteX2" fmla="*/ 1 w 263114"/>
                <a:gd name="connsiteY2" fmla="*/ 131728 h 263456"/>
                <a:gd name="connsiteX3" fmla="*/ 131558 w 263114"/>
                <a:gd name="connsiteY3" fmla="*/ 0 h 263456"/>
                <a:gd name="connsiteX4" fmla="*/ 263115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5" y="131728"/>
                  </a:moveTo>
                  <a:cubicBezTo>
                    <a:pt x="263115" y="204480"/>
                    <a:pt x="204215" y="263457"/>
                    <a:pt x="131558" y="263457"/>
                  </a:cubicBezTo>
                  <a:cubicBezTo>
                    <a:pt x="58900" y="263457"/>
                    <a:pt x="1" y="204480"/>
                    <a:pt x="1" y="131728"/>
                  </a:cubicBezTo>
                  <a:cubicBezTo>
                    <a:pt x="1" y="58977"/>
                    <a:pt x="58900" y="0"/>
                    <a:pt x="131558" y="0"/>
                  </a:cubicBezTo>
                  <a:cubicBezTo>
                    <a:pt x="204215" y="0"/>
                    <a:pt x="263115" y="58977"/>
                    <a:pt x="263115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60D4D14E-1AF9-A4E4-37F2-46CAEBABF13A}"/>
                </a:ext>
              </a:extLst>
            </p:cNvPr>
            <p:cNvSpPr/>
            <p:nvPr/>
          </p:nvSpPr>
          <p:spPr>
            <a:xfrm>
              <a:off x="24136677" y="11739124"/>
              <a:ext cx="263114" cy="263456"/>
            </a:xfrm>
            <a:custGeom>
              <a:avLst/>
              <a:gdLst>
                <a:gd name="connsiteX0" fmla="*/ 263115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5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5" y="131728"/>
                  </a:moveTo>
                  <a:cubicBezTo>
                    <a:pt x="263115" y="204480"/>
                    <a:pt x="204215" y="263457"/>
                    <a:pt x="131557" y="263457"/>
                  </a:cubicBezTo>
                  <a:cubicBezTo>
                    <a:pt x="58900" y="263457"/>
                    <a:pt x="0" y="204480"/>
                    <a:pt x="0" y="131728"/>
                  </a:cubicBezTo>
                  <a:cubicBezTo>
                    <a:pt x="0" y="58977"/>
                    <a:pt x="58900" y="0"/>
                    <a:pt x="131557" y="0"/>
                  </a:cubicBezTo>
                  <a:cubicBezTo>
                    <a:pt x="204215" y="0"/>
                    <a:pt x="263115" y="58976"/>
                    <a:pt x="263115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B98E409B-86C8-F2E3-0B9C-D59A30698683}"/>
                </a:ext>
              </a:extLst>
            </p:cNvPr>
            <p:cNvSpPr/>
            <p:nvPr/>
          </p:nvSpPr>
          <p:spPr>
            <a:xfrm>
              <a:off x="25279537" y="7708793"/>
              <a:ext cx="263114" cy="263456"/>
            </a:xfrm>
            <a:custGeom>
              <a:avLst/>
              <a:gdLst>
                <a:gd name="connsiteX0" fmla="*/ 263115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5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5" y="131728"/>
                  </a:moveTo>
                  <a:cubicBezTo>
                    <a:pt x="263115" y="204480"/>
                    <a:pt x="204215" y="263457"/>
                    <a:pt x="131557" y="263457"/>
                  </a:cubicBezTo>
                  <a:cubicBezTo>
                    <a:pt x="58900" y="263457"/>
                    <a:pt x="0" y="204480"/>
                    <a:pt x="0" y="131728"/>
                  </a:cubicBezTo>
                  <a:cubicBezTo>
                    <a:pt x="0" y="58977"/>
                    <a:pt x="58900" y="0"/>
                    <a:pt x="131557" y="0"/>
                  </a:cubicBezTo>
                  <a:cubicBezTo>
                    <a:pt x="204215" y="0"/>
                    <a:pt x="263115" y="58977"/>
                    <a:pt x="263115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EB92A807-5C4F-8361-6AA5-041B64083E5E}"/>
                </a:ext>
              </a:extLst>
            </p:cNvPr>
            <p:cNvSpPr/>
            <p:nvPr/>
          </p:nvSpPr>
          <p:spPr>
            <a:xfrm>
              <a:off x="23511259" y="7305737"/>
              <a:ext cx="263114" cy="263456"/>
            </a:xfrm>
            <a:custGeom>
              <a:avLst/>
              <a:gdLst>
                <a:gd name="connsiteX0" fmla="*/ 263114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4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4" y="131728"/>
                  </a:moveTo>
                  <a:cubicBezTo>
                    <a:pt x="263114" y="204480"/>
                    <a:pt x="204214" y="263457"/>
                    <a:pt x="131557" y="263457"/>
                  </a:cubicBezTo>
                  <a:cubicBezTo>
                    <a:pt x="58900" y="263457"/>
                    <a:pt x="0" y="204480"/>
                    <a:pt x="0" y="131728"/>
                  </a:cubicBezTo>
                  <a:cubicBezTo>
                    <a:pt x="0" y="58977"/>
                    <a:pt x="58900" y="0"/>
                    <a:pt x="131557" y="0"/>
                  </a:cubicBezTo>
                  <a:cubicBezTo>
                    <a:pt x="204214" y="0"/>
                    <a:pt x="263114" y="58977"/>
                    <a:pt x="263114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C537BBFC-3D5C-B79C-EFB0-A196F1137CE7}"/>
                </a:ext>
              </a:extLst>
            </p:cNvPr>
            <p:cNvSpPr/>
            <p:nvPr/>
          </p:nvSpPr>
          <p:spPr>
            <a:xfrm>
              <a:off x="26519504" y="12142180"/>
              <a:ext cx="263114" cy="263456"/>
            </a:xfrm>
            <a:custGeom>
              <a:avLst/>
              <a:gdLst>
                <a:gd name="connsiteX0" fmla="*/ 263115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5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5" y="131728"/>
                  </a:moveTo>
                  <a:cubicBezTo>
                    <a:pt x="263115" y="204480"/>
                    <a:pt x="204215" y="263457"/>
                    <a:pt x="131557" y="263457"/>
                  </a:cubicBezTo>
                  <a:cubicBezTo>
                    <a:pt x="58900" y="263457"/>
                    <a:pt x="0" y="204480"/>
                    <a:pt x="0" y="131728"/>
                  </a:cubicBezTo>
                  <a:cubicBezTo>
                    <a:pt x="0" y="58977"/>
                    <a:pt x="58900" y="0"/>
                    <a:pt x="131557" y="0"/>
                  </a:cubicBezTo>
                  <a:cubicBezTo>
                    <a:pt x="204215" y="0"/>
                    <a:pt x="263115" y="58976"/>
                    <a:pt x="263115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EDD12B8C-C5B4-9AD4-C20F-C1FA64B1146F}"/>
                </a:ext>
              </a:extLst>
            </p:cNvPr>
            <p:cNvSpPr/>
            <p:nvPr/>
          </p:nvSpPr>
          <p:spPr>
            <a:xfrm>
              <a:off x="25195377" y="9724074"/>
              <a:ext cx="263114" cy="263456"/>
            </a:xfrm>
            <a:custGeom>
              <a:avLst/>
              <a:gdLst>
                <a:gd name="connsiteX0" fmla="*/ 263114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4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4" y="131728"/>
                  </a:moveTo>
                  <a:cubicBezTo>
                    <a:pt x="263114" y="204480"/>
                    <a:pt x="204214" y="263457"/>
                    <a:pt x="131557" y="263457"/>
                  </a:cubicBezTo>
                  <a:cubicBezTo>
                    <a:pt x="58900" y="263457"/>
                    <a:pt x="0" y="204480"/>
                    <a:pt x="0" y="131728"/>
                  </a:cubicBezTo>
                  <a:cubicBezTo>
                    <a:pt x="0" y="58977"/>
                    <a:pt x="58900" y="0"/>
                    <a:pt x="131557" y="0"/>
                  </a:cubicBezTo>
                  <a:cubicBezTo>
                    <a:pt x="204214" y="0"/>
                    <a:pt x="263114" y="58977"/>
                    <a:pt x="263114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26D94C75-8889-081D-DAA1-0828846789F1}"/>
                </a:ext>
              </a:extLst>
            </p:cNvPr>
            <p:cNvSpPr/>
            <p:nvPr/>
          </p:nvSpPr>
          <p:spPr>
            <a:xfrm>
              <a:off x="22957748" y="8111849"/>
              <a:ext cx="263114" cy="263456"/>
            </a:xfrm>
            <a:custGeom>
              <a:avLst/>
              <a:gdLst>
                <a:gd name="connsiteX0" fmla="*/ 263114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4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4" y="131728"/>
                  </a:moveTo>
                  <a:cubicBezTo>
                    <a:pt x="263114" y="204480"/>
                    <a:pt x="204214" y="263457"/>
                    <a:pt x="131557" y="263457"/>
                  </a:cubicBezTo>
                  <a:cubicBezTo>
                    <a:pt x="58900" y="263457"/>
                    <a:pt x="0" y="204480"/>
                    <a:pt x="0" y="131728"/>
                  </a:cubicBezTo>
                  <a:cubicBezTo>
                    <a:pt x="0" y="58977"/>
                    <a:pt x="58900" y="0"/>
                    <a:pt x="131557" y="0"/>
                  </a:cubicBezTo>
                  <a:cubicBezTo>
                    <a:pt x="204214" y="0"/>
                    <a:pt x="263114" y="58977"/>
                    <a:pt x="263114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B144DCB0-EF03-AFAC-2C49-719A22B19CE3}"/>
                </a:ext>
              </a:extLst>
            </p:cNvPr>
            <p:cNvSpPr/>
            <p:nvPr/>
          </p:nvSpPr>
          <p:spPr>
            <a:xfrm>
              <a:off x="24911454" y="6389658"/>
              <a:ext cx="23120" cy="6529232"/>
            </a:xfrm>
            <a:custGeom>
              <a:avLst/>
              <a:gdLst>
                <a:gd name="connsiteX0" fmla="*/ 0 w 23120"/>
                <a:gd name="connsiteY0" fmla="*/ 6529233 h 6529232"/>
                <a:gd name="connsiteX1" fmla="*/ 0 w 23120"/>
                <a:gd name="connsiteY1" fmla="*/ 0 h 652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6529232">
                  <a:moveTo>
                    <a:pt x="0" y="6529233"/>
                  </a:moveTo>
                  <a:lnTo>
                    <a:pt x="0" y="0"/>
                  </a:lnTo>
                </a:path>
              </a:pathLst>
            </a:custGeom>
            <a:ln w="49245" cap="flat">
              <a:solidFill>
                <a:srgbClr val="FF0000"/>
              </a:solidFill>
              <a:custDash>
                <a:ds d="853500" sp="8535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1D3228B1-3C7D-4214-11D5-D22812FB6978}"/>
                </a:ext>
              </a:extLst>
            </p:cNvPr>
            <p:cNvSpPr/>
            <p:nvPr/>
          </p:nvSpPr>
          <p:spPr>
            <a:xfrm>
              <a:off x="24797931" y="10530186"/>
              <a:ext cx="263114" cy="263456"/>
            </a:xfrm>
            <a:custGeom>
              <a:avLst/>
              <a:gdLst>
                <a:gd name="connsiteX0" fmla="*/ 263114 w 263114"/>
                <a:gd name="connsiteY0" fmla="*/ 131728 h 263456"/>
                <a:gd name="connsiteX1" fmla="*/ 131557 w 263114"/>
                <a:gd name="connsiteY1" fmla="*/ 263457 h 263456"/>
                <a:gd name="connsiteX2" fmla="*/ 0 w 263114"/>
                <a:gd name="connsiteY2" fmla="*/ 131728 h 263456"/>
                <a:gd name="connsiteX3" fmla="*/ 131557 w 263114"/>
                <a:gd name="connsiteY3" fmla="*/ 0 h 263456"/>
                <a:gd name="connsiteX4" fmla="*/ 263114 w 263114"/>
                <a:gd name="connsiteY4" fmla="*/ 131728 h 26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114" h="263456">
                  <a:moveTo>
                    <a:pt x="263114" y="131728"/>
                  </a:moveTo>
                  <a:cubicBezTo>
                    <a:pt x="263114" y="204480"/>
                    <a:pt x="204214" y="263457"/>
                    <a:pt x="131557" y="263457"/>
                  </a:cubicBezTo>
                  <a:cubicBezTo>
                    <a:pt x="58899" y="263457"/>
                    <a:pt x="0" y="204480"/>
                    <a:pt x="0" y="131728"/>
                  </a:cubicBezTo>
                  <a:cubicBezTo>
                    <a:pt x="0" y="58977"/>
                    <a:pt x="58899" y="0"/>
                    <a:pt x="131557" y="0"/>
                  </a:cubicBezTo>
                  <a:cubicBezTo>
                    <a:pt x="204214" y="0"/>
                    <a:pt x="263114" y="58977"/>
                    <a:pt x="263114" y="131728"/>
                  </a:cubicBezTo>
                  <a:close/>
                </a:path>
              </a:pathLst>
            </a:custGeom>
            <a:solidFill>
              <a:srgbClr val="000000"/>
            </a:solidFill>
            <a:ln w="1641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9197145-B369-55E6-F3C7-83AB396C178C}"/>
                </a:ext>
              </a:extLst>
            </p:cNvPr>
            <p:cNvSpPr/>
            <p:nvPr/>
          </p:nvSpPr>
          <p:spPr>
            <a:xfrm>
              <a:off x="19631131" y="6389658"/>
              <a:ext cx="23120" cy="6529232"/>
            </a:xfrm>
            <a:custGeom>
              <a:avLst/>
              <a:gdLst>
                <a:gd name="connsiteX0" fmla="*/ 0 w 23120"/>
                <a:gd name="connsiteY0" fmla="*/ 6529233 h 6529232"/>
                <a:gd name="connsiteX1" fmla="*/ 0 w 23120"/>
                <a:gd name="connsiteY1" fmla="*/ 0 h 652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120" h="6529232">
                  <a:moveTo>
                    <a:pt x="0" y="6529233"/>
                  </a:moveTo>
                  <a:lnTo>
                    <a:pt x="0" y="0"/>
                  </a:lnTo>
                </a:path>
              </a:pathLst>
            </a:custGeom>
            <a:noFill/>
            <a:ln w="24738" cap="flat">
              <a:solidFill>
                <a:srgbClr val="EBEBE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4" name="Rectangle 213">
            <a:extLst>
              <a:ext uri="{FF2B5EF4-FFF2-40B4-BE49-F238E27FC236}">
                <a16:creationId xmlns:a16="http://schemas.microsoft.com/office/drawing/2014/main" id="{6E641C4D-2ACB-E995-5153-B3882A0E42EC}"/>
              </a:ext>
            </a:extLst>
          </p:cNvPr>
          <p:cNvSpPr/>
          <p:nvPr/>
        </p:nvSpPr>
        <p:spPr>
          <a:xfrm>
            <a:off x="10646679" y="6672788"/>
            <a:ext cx="17786172" cy="546546"/>
          </a:xfrm>
          <a:prstGeom prst="rect">
            <a:avLst/>
          </a:prstGeom>
          <a:solidFill>
            <a:srgbClr val="4C496E">
              <a:alpha val="25098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4DF6877-1E8D-6717-4B80-50F6C283DCA9}"/>
              </a:ext>
            </a:extLst>
          </p:cNvPr>
          <p:cNvSpPr/>
          <p:nvPr/>
        </p:nvSpPr>
        <p:spPr>
          <a:xfrm>
            <a:off x="10651701" y="9059151"/>
            <a:ext cx="17786172" cy="546546"/>
          </a:xfrm>
          <a:prstGeom prst="rect">
            <a:avLst/>
          </a:prstGeom>
          <a:solidFill>
            <a:srgbClr val="4C496E">
              <a:alpha val="25098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3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35D8-6EF3-439C-7015-18438AF5F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C2636-B714-9862-9307-1AD47FD18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3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8436A-A4BD-DAD5-4B77-8E83E085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B76C4D11-FA3A-8107-56B7-AAD9B7A64F10}"/>
              </a:ext>
            </a:extLst>
          </p:cNvPr>
          <p:cNvSpPr txBox="1"/>
          <p:nvPr/>
        </p:nvSpPr>
        <p:spPr>
          <a:xfrm rot="16200000">
            <a:off x="6810134" y="8263185"/>
            <a:ext cx="2459070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44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Factors</a:t>
            </a:r>
          </a:p>
          <a:p>
            <a:pPr algn="l"/>
            <a:endParaRPr lang="en-US" sz="4000" b="1" dirty="0">
              <a:ln/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  <a:rtl val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1C68CB-A70B-744B-F074-806B456543BF}"/>
              </a:ext>
            </a:extLst>
          </p:cNvPr>
          <p:cNvSpPr txBox="1"/>
          <p:nvPr/>
        </p:nvSpPr>
        <p:spPr>
          <a:xfrm>
            <a:off x="7260491" y="6129593"/>
            <a:ext cx="513610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29°C x Starved x Symbiotic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CA5BE7-7A99-5A2C-6026-7EC5830326E4}"/>
              </a:ext>
            </a:extLst>
          </p:cNvPr>
          <p:cNvSpPr txBox="1"/>
          <p:nvPr/>
        </p:nvSpPr>
        <p:spPr>
          <a:xfrm>
            <a:off x="8536128" y="5482149"/>
            <a:ext cx="36174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29°C x Starved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2D4733-7322-052E-3DDD-1CA26BC35D3B}"/>
              </a:ext>
            </a:extLst>
          </p:cNvPr>
          <p:cNvSpPr txBox="1"/>
          <p:nvPr/>
        </p:nvSpPr>
        <p:spPr>
          <a:xfrm>
            <a:off x="8227658" y="4861071"/>
            <a:ext cx="416636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29°C x Symbiotic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72CFAF-A13B-8CAB-B0B9-92EC90826351}"/>
              </a:ext>
            </a:extLst>
          </p:cNvPr>
          <p:cNvSpPr txBox="1"/>
          <p:nvPr/>
        </p:nvSpPr>
        <p:spPr>
          <a:xfrm>
            <a:off x="9489335" y="4303420"/>
            <a:ext cx="275028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29°C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7C26656-BEC5-1338-6C3D-92D1B202964B}"/>
              </a:ext>
            </a:extLst>
          </p:cNvPr>
          <p:cNvSpPr txBox="1"/>
          <p:nvPr/>
        </p:nvSpPr>
        <p:spPr>
          <a:xfrm>
            <a:off x="10198270" y="3624485"/>
            <a:ext cx="195532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414A33-0342-BFAB-9EC1-387BC4CBBE23}"/>
              </a:ext>
            </a:extLst>
          </p:cNvPr>
          <p:cNvSpPr txBox="1"/>
          <p:nvPr/>
        </p:nvSpPr>
        <p:spPr>
          <a:xfrm>
            <a:off x="8062144" y="12506401"/>
            <a:ext cx="42132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Starved x Symbiotic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D026AC-E756-8578-708C-B539A8047481}"/>
              </a:ext>
            </a:extLst>
          </p:cNvPr>
          <p:cNvSpPr txBox="1"/>
          <p:nvPr/>
        </p:nvSpPr>
        <p:spPr>
          <a:xfrm>
            <a:off x="9848542" y="11909768"/>
            <a:ext cx="228428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Starved x Symbiotic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867909-1CC4-A858-507C-E4195953428C}"/>
              </a:ext>
            </a:extLst>
          </p:cNvPr>
          <p:cNvSpPr txBox="1"/>
          <p:nvPr/>
        </p:nvSpPr>
        <p:spPr>
          <a:xfrm>
            <a:off x="9368898" y="11255782"/>
            <a:ext cx="295879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Starved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1541CAC-1151-6EFB-6EE0-5150E9A40929}"/>
              </a:ext>
            </a:extLst>
          </p:cNvPr>
          <p:cNvSpPr txBox="1"/>
          <p:nvPr/>
        </p:nvSpPr>
        <p:spPr>
          <a:xfrm>
            <a:off x="11131026" y="10595673"/>
            <a:ext cx="108981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Starved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C519A14-025C-DD9C-30DC-D5D4550594CA}"/>
              </a:ext>
            </a:extLst>
          </p:cNvPr>
          <p:cNvSpPr txBox="1"/>
          <p:nvPr/>
        </p:nvSpPr>
        <p:spPr>
          <a:xfrm>
            <a:off x="9123477" y="10005163"/>
            <a:ext cx="334393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Elevated NO3- x Symbiotic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5A394B-A7ED-B130-3614-E90E47E87795}"/>
              </a:ext>
            </a:extLst>
          </p:cNvPr>
          <p:cNvSpPr txBox="1"/>
          <p:nvPr/>
        </p:nvSpPr>
        <p:spPr>
          <a:xfrm>
            <a:off x="10886084" y="9352162"/>
            <a:ext cx="157970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Symbiotic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5E1846-789C-DEC2-4534-C7ADCE15CA31}"/>
              </a:ext>
            </a:extLst>
          </p:cNvPr>
          <p:cNvSpPr txBox="1"/>
          <p:nvPr/>
        </p:nvSpPr>
        <p:spPr>
          <a:xfrm>
            <a:off x="9111081" y="8718607"/>
            <a:ext cx="308053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29°C x Starved x Symbiotic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3F61264-3C34-8BEA-799E-E57348F1AC2B}"/>
              </a:ext>
            </a:extLst>
          </p:cNvPr>
          <p:cNvSpPr txBox="1"/>
          <p:nvPr/>
        </p:nvSpPr>
        <p:spPr>
          <a:xfrm>
            <a:off x="10365907" y="8029704"/>
            <a:ext cx="196381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29°C x Starved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99B954B-3EF0-0830-1856-34E13102A26F}"/>
              </a:ext>
            </a:extLst>
          </p:cNvPr>
          <p:cNvSpPr txBox="1"/>
          <p:nvPr/>
        </p:nvSpPr>
        <p:spPr>
          <a:xfrm>
            <a:off x="10129880" y="7457606"/>
            <a:ext cx="219781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29°C x Symbiotic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C6C1C32-05F5-44A8-10BC-C115AAADE503}"/>
              </a:ext>
            </a:extLst>
          </p:cNvPr>
          <p:cNvSpPr txBox="1"/>
          <p:nvPr/>
        </p:nvSpPr>
        <p:spPr>
          <a:xfrm>
            <a:off x="11343014" y="6807863"/>
            <a:ext cx="81058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29°C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570C507-9063-CD04-02DF-EDB8FF057629}"/>
              </a:ext>
            </a:extLst>
          </p:cNvPr>
          <p:cNvSpPr txBox="1"/>
          <p:nvPr/>
        </p:nvSpPr>
        <p:spPr>
          <a:xfrm>
            <a:off x="10477640" y="13103034"/>
            <a:ext cx="179774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INTERCEPT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587F459-5650-5E95-8AC5-038043BBC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582" t="10654" b="5513"/>
          <a:stretch/>
        </p:blipFill>
        <p:spPr>
          <a:xfrm>
            <a:off x="11974860" y="3402419"/>
            <a:ext cx="17511016" cy="11468934"/>
          </a:xfrm>
          <a:prstGeom prst="rect">
            <a:avLst/>
          </a:prstGeom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47179B1D-AA36-85B7-A91E-8829154C3AFC}"/>
              </a:ext>
            </a:extLst>
          </p:cNvPr>
          <p:cNvSpPr txBox="1"/>
          <p:nvPr/>
        </p:nvSpPr>
        <p:spPr>
          <a:xfrm>
            <a:off x="14967972" y="13791851"/>
            <a:ext cx="129561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4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-20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3E1A3DC-D68A-275C-D254-8C2767576083}"/>
              </a:ext>
            </a:extLst>
          </p:cNvPr>
          <p:cNvSpPr txBox="1"/>
          <p:nvPr/>
        </p:nvSpPr>
        <p:spPr>
          <a:xfrm>
            <a:off x="12132831" y="14355123"/>
            <a:ext cx="1443557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Estimation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0986E0AD-0EEE-E0D7-2173-EDA20BF364E3}"/>
              </a:ext>
            </a:extLst>
          </p:cNvPr>
          <p:cNvSpPr txBox="1"/>
          <p:nvPr/>
        </p:nvSpPr>
        <p:spPr>
          <a:xfrm>
            <a:off x="18844302" y="13791851"/>
            <a:ext cx="120322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4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0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EA83FC4-7BFA-EE96-66F8-E8601E0A8CF5}"/>
              </a:ext>
            </a:extLst>
          </p:cNvPr>
          <p:cNvSpPr txBox="1"/>
          <p:nvPr/>
        </p:nvSpPr>
        <p:spPr>
          <a:xfrm>
            <a:off x="22487672" y="13791851"/>
            <a:ext cx="120322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4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20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8966E69-BD48-667A-2025-DBC97A51F092}"/>
              </a:ext>
            </a:extLst>
          </p:cNvPr>
          <p:cNvSpPr txBox="1"/>
          <p:nvPr/>
        </p:nvSpPr>
        <p:spPr>
          <a:xfrm>
            <a:off x="26167125" y="13697412"/>
            <a:ext cx="120322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4000" spc="0" baseline="0" dirty="0">
                <a:ln/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47158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 descr="A graph with a chart and numbers&#10;&#10;Description automatically generated with medium confidence">
            <a:extLst>
              <a:ext uri="{FF2B5EF4-FFF2-40B4-BE49-F238E27FC236}">
                <a16:creationId xmlns:a16="http://schemas.microsoft.com/office/drawing/2014/main" id="{255F8D8A-D528-28A5-A4BF-4A9E56E59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507" y="1102361"/>
            <a:ext cx="16613768" cy="11272874"/>
          </a:xfr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B7B949-AB8F-80AC-A9B9-300B61481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214124"/>
              </p:ext>
            </p:extLst>
          </p:nvPr>
        </p:nvGraphicFramePr>
        <p:xfrm>
          <a:off x="17432274" y="1102361"/>
          <a:ext cx="14678052" cy="1522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789">
                  <a:extLst>
                    <a:ext uri="{9D8B030D-6E8A-4147-A177-3AD203B41FA5}">
                      <a16:colId xmlns:a16="http://schemas.microsoft.com/office/drawing/2014/main" val="3949515095"/>
                    </a:ext>
                  </a:extLst>
                </a:gridCol>
                <a:gridCol w="2548920">
                  <a:extLst>
                    <a:ext uri="{9D8B030D-6E8A-4147-A177-3AD203B41FA5}">
                      <a16:colId xmlns:a16="http://schemas.microsoft.com/office/drawing/2014/main" val="3833441778"/>
                    </a:ext>
                  </a:extLst>
                </a:gridCol>
                <a:gridCol w="3059847">
                  <a:extLst>
                    <a:ext uri="{9D8B030D-6E8A-4147-A177-3AD203B41FA5}">
                      <a16:colId xmlns:a16="http://schemas.microsoft.com/office/drawing/2014/main" val="246276273"/>
                    </a:ext>
                  </a:extLst>
                </a:gridCol>
                <a:gridCol w="2847426">
                  <a:extLst>
                    <a:ext uri="{9D8B030D-6E8A-4147-A177-3AD203B41FA5}">
                      <a16:colId xmlns:a16="http://schemas.microsoft.com/office/drawing/2014/main" val="1647058154"/>
                    </a:ext>
                  </a:extLst>
                </a:gridCol>
                <a:gridCol w="1899223">
                  <a:extLst>
                    <a:ext uri="{9D8B030D-6E8A-4147-A177-3AD203B41FA5}">
                      <a16:colId xmlns:a16="http://schemas.microsoft.com/office/drawing/2014/main" val="2040245222"/>
                    </a:ext>
                  </a:extLst>
                </a:gridCol>
                <a:gridCol w="1825847">
                  <a:extLst>
                    <a:ext uri="{9D8B030D-6E8A-4147-A177-3AD203B41FA5}">
                      <a16:colId xmlns:a16="http://schemas.microsoft.com/office/drawing/2014/main" val="1861087985"/>
                    </a:ext>
                  </a:extLst>
                </a:gridCol>
              </a:tblGrid>
              <a:tr h="744057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Nitrate 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Temperature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Symbiotic State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Feeding 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Sample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Color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355301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r>
                        <a:rPr lang="en-US" sz="3200" dirty="0"/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E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698871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r>
                        <a:rPr lang="en-US" sz="3200" dirty="0"/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4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671662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r>
                        <a:rPr lang="en-US" sz="3200" dirty="0"/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109214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r>
                        <a:rPr lang="en-US" sz="3200" dirty="0"/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7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7025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r>
                        <a:rPr lang="en-US" sz="3200" dirty="0"/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382164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r>
                        <a:rPr lang="en-US" sz="3200" dirty="0"/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B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803663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r>
                        <a:rPr lang="en-US" sz="3200" dirty="0"/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C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41172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r>
                        <a:rPr lang="en-US" sz="3200" dirty="0"/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F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246959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r>
                        <a:rPr lang="en-US" sz="3200" dirty="0"/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E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850444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r>
                        <a:rPr lang="en-US" sz="3200" dirty="0"/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648127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772817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454300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7C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065246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47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727442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25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940385"/>
                  </a:ext>
                </a:extLst>
              </a:tr>
              <a:tr h="885116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D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869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51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72029-C012-BCBC-727F-E60FF5D35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 descr="A graph with a chart and numbers&#10;&#10;Description automatically generated with medium confidence">
            <a:extLst>
              <a:ext uri="{FF2B5EF4-FFF2-40B4-BE49-F238E27FC236}">
                <a16:creationId xmlns:a16="http://schemas.microsoft.com/office/drawing/2014/main" id="{2958649E-3DC5-1499-2ADD-EEF3CD28C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9585" y="0"/>
            <a:ext cx="27092464" cy="1838294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B2DA41-FCE5-D66E-8361-8C5963201BA8}"/>
              </a:ext>
            </a:extLst>
          </p:cNvPr>
          <p:cNvSpPr/>
          <p:nvPr/>
        </p:nvSpPr>
        <p:spPr>
          <a:xfrm>
            <a:off x="6705600" y="3570514"/>
            <a:ext cx="13280571" cy="11234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D36CF8-2C81-E87D-1197-B720F544A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19893"/>
              </p:ext>
            </p:extLst>
          </p:nvPr>
        </p:nvGraphicFramePr>
        <p:xfrm>
          <a:off x="6787704" y="3305629"/>
          <a:ext cx="11500296" cy="13283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770">
                  <a:extLst>
                    <a:ext uri="{9D8B030D-6E8A-4147-A177-3AD203B41FA5}">
                      <a16:colId xmlns:a16="http://schemas.microsoft.com/office/drawing/2014/main" val="3949515095"/>
                    </a:ext>
                  </a:extLst>
                </a:gridCol>
                <a:gridCol w="1459357">
                  <a:extLst>
                    <a:ext uri="{9D8B030D-6E8A-4147-A177-3AD203B41FA5}">
                      <a16:colId xmlns:a16="http://schemas.microsoft.com/office/drawing/2014/main" val="3833441778"/>
                    </a:ext>
                  </a:extLst>
                </a:gridCol>
                <a:gridCol w="2361375">
                  <a:extLst>
                    <a:ext uri="{9D8B030D-6E8A-4147-A177-3AD203B41FA5}">
                      <a16:colId xmlns:a16="http://schemas.microsoft.com/office/drawing/2014/main" val="246276273"/>
                    </a:ext>
                  </a:extLst>
                </a:gridCol>
                <a:gridCol w="1605661">
                  <a:extLst>
                    <a:ext uri="{9D8B030D-6E8A-4147-A177-3AD203B41FA5}">
                      <a16:colId xmlns:a16="http://schemas.microsoft.com/office/drawing/2014/main" val="1647058154"/>
                    </a:ext>
                  </a:extLst>
                </a:gridCol>
                <a:gridCol w="1536179">
                  <a:extLst>
                    <a:ext uri="{9D8B030D-6E8A-4147-A177-3AD203B41FA5}">
                      <a16:colId xmlns:a16="http://schemas.microsoft.com/office/drawing/2014/main" val="2040245222"/>
                    </a:ext>
                  </a:extLst>
                </a:gridCol>
                <a:gridCol w="2444954">
                  <a:extLst>
                    <a:ext uri="{9D8B030D-6E8A-4147-A177-3AD203B41FA5}">
                      <a16:colId xmlns:a16="http://schemas.microsoft.com/office/drawing/2014/main" val="1861087985"/>
                    </a:ext>
                  </a:extLst>
                </a:gridCol>
              </a:tblGrid>
              <a:tr h="892891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Nitrate </a:t>
                      </a:r>
                    </a:p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</a:t>
                      </a:r>
                    </a:p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Symbiotic </a:t>
                      </a:r>
                    </a:p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Feeding </a:t>
                      </a:r>
                    </a:p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355301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E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698871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4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671662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109214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7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7025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5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382164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B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803663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C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41172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F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246959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E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850444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648127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772817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454300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7C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065246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Aposymbiotic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47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727442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25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940385"/>
                  </a:ext>
                </a:extLst>
              </a:tr>
              <a:tr h="771154">
                <a:tc>
                  <a:txBody>
                    <a:bodyPr/>
                    <a:lstStyle/>
                    <a:p>
                      <a:pPr marL="0" marR="0" lvl="0" indent="0" algn="l" defTabSz="24384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Elevated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Symbiotic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Starved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66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rgbClr val="66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D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869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299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6EA88F-2307-0178-3BA6-1C0656B98489}"/>
              </a:ext>
            </a:extLst>
          </p:cNvPr>
          <p:cNvSpPr txBox="1"/>
          <p:nvPr/>
        </p:nvSpPr>
        <p:spPr>
          <a:xfrm>
            <a:off x="13751452" y="7177712"/>
            <a:ext cx="758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8B764-6DFC-F138-8162-DC4307A9A207}"/>
              </a:ext>
            </a:extLst>
          </p:cNvPr>
          <p:cNvSpPr txBox="1"/>
          <p:nvPr/>
        </p:nvSpPr>
        <p:spPr>
          <a:xfrm>
            <a:off x="15707837" y="7203559"/>
            <a:ext cx="758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29°C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5F877-705A-7A0E-50C2-67EDCE0BD4DA}"/>
              </a:ext>
            </a:extLst>
          </p:cNvPr>
          <p:cNvSpPr txBox="1"/>
          <p:nvPr/>
        </p:nvSpPr>
        <p:spPr>
          <a:xfrm>
            <a:off x="17093614" y="7214191"/>
            <a:ext cx="1310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Starved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C226B-0AD8-1AAE-6C22-85B8A5B35591}"/>
              </a:ext>
            </a:extLst>
          </p:cNvPr>
          <p:cNvSpPr txBox="1"/>
          <p:nvPr/>
        </p:nvSpPr>
        <p:spPr>
          <a:xfrm>
            <a:off x="18982663" y="7214191"/>
            <a:ext cx="1310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Symbiotic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F54F2-52CA-21F1-ACD0-5F213608379F}"/>
              </a:ext>
            </a:extLst>
          </p:cNvPr>
          <p:cNvSpPr txBox="1"/>
          <p:nvPr/>
        </p:nvSpPr>
        <p:spPr>
          <a:xfrm>
            <a:off x="20800684" y="7205282"/>
            <a:ext cx="1194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coli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E37D55F4-CA81-D8E1-BE0C-47AAE1B6401E}"/>
              </a:ext>
            </a:extLst>
          </p:cNvPr>
          <p:cNvSpPr/>
          <p:nvPr/>
        </p:nvSpPr>
        <p:spPr>
          <a:xfrm rot="16200000">
            <a:off x="16611812" y="4177332"/>
            <a:ext cx="457200" cy="5595256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FD7CEE-1EA3-E20E-FAA2-30C60A7F7FC6}"/>
              </a:ext>
            </a:extLst>
          </p:cNvPr>
          <p:cNvSpPr txBox="1"/>
          <p:nvPr/>
        </p:nvSpPr>
        <p:spPr>
          <a:xfrm>
            <a:off x="15038908" y="9985317"/>
            <a:ext cx="28934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Polyp Extension</a:t>
            </a:r>
          </a:p>
          <a:p>
            <a:r>
              <a:rPr lang="en-US" sz="16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Respiration rate</a:t>
            </a:r>
          </a:p>
          <a:p>
            <a:r>
              <a:rPr lang="en-US" sz="16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Photosynthetic efficiency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2522D9AB-BB0B-064E-475B-891466D7D00F}"/>
              </a:ext>
            </a:extLst>
          </p:cNvPr>
          <p:cNvSpPr/>
          <p:nvPr/>
        </p:nvSpPr>
        <p:spPr>
          <a:xfrm rot="16200000">
            <a:off x="21034874" y="6479342"/>
            <a:ext cx="457200" cy="910859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116EF1-263B-7ACB-444E-2DD24AB33809}"/>
              </a:ext>
            </a:extLst>
          </p:cNvPr>
          <p:cNvSpPr txBox="1"/>
          <p:nvPr/>
        </p:nvSpPr>
        <p:spPr>
          <a:xfrm>
            <a:off x="19669128" y="6285275"/>
            <a:ext cx="3044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4-hour acute challenge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D7BA5C-7E3A-A65A-9668-7C779829C294}"/>
              </a:ext>
            </a:extLst>
          </p:cNvPr>
          <p:cNvSpPr txBox="1"/>
          <p:nvPr/>
        </p:nvSpPr>
        <p:spPr>
          <a:xfrm>
            <a:off x="14842893" y="6312686"/>
            <a:ext cx="3995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12-day experimental condition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A63489-5D5A-FA58-929E-6892AA9BD0F5}"/>
              </a:ext>
            </a:extLst>
          </p:cNvPr>
          <p:cNvSpPr txBox="1"/>
          <p:nvPr/>
        </p:nvSpPr>
        <p:spPr>
          <a:xfrm>
            <a:off x="22931288" y="9646760"/>
            <a:ext cx="2528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 Photosynthetic efficiency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Polyp extension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DDE9EF-6B98-4147-BE4A-684C6CA81090}"/>
              </a:ext>
            </a:extLst>
          </p:cNvPr>
          <p:cNvSpPr txBox="1"/>
          <p:nvPr/>
        </p:nvSpPr>
        <p:spPr>
          <a:xfrm>
            <a:off x="20800681" y="9939148"/>
            <a:ext cx="1145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effect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2877E94-6C03-21C6-291F-7088854E0B56}"/>
              </a:ext>
            </a:extLst>
          </p:cNvPr>
          <p:cNvCxnSpPr>
            <a:cxnSpLocks/>
          </p:cNvCxnSpPr>
          <p:nvPr/>
        </p:nvCxnSpPr>
        <p:spPr>
          <a:xfrm>
            <a:off x="14042781" y="7619232"/>
            <a:ext cx="8771718" cy="94529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9FD44F-F185-2DDD-CB33-2C8D8066FDF4}"/>
              </a:ext>
            </a:extLst>
          </p:cNvPr>
          <p:cNvSpPr txBox="1"/>
          <p:nvPr/>
        </p:nvSpPr>
        <p:spPr>
          <a:xfrm>
            <a:off x="13479815" y="9943086"/>
            <a:ext cx="1334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 Mortality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520F54-2C45-472E-6ADE-666D9B96BAB4}"/>
              </a:ext>
            </a:extLst>
          </p:cNvPr>
          <p:cNvSpPr txBox="1"/>
          <p:nvPr/>
        </p:nvSpPr>
        <p:spPr>
          <a:xfrm>
            <a:off x="18889589" y="9903770"/>
            <a:ext cx="1675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Photosynthetic efficiency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5823E5-4440-9E59-70BD-6E4ED3FC630F}"/>
              </a:ext>
            </a:extLst>
          </p:cNvPr>
          <p:cNvSpPr txBox="1"/>
          <p:nvPr/>
        </p:nvSpPr>
        <p:spPr>
          <a:xfrm>
            <a:off x="17062971" y="9891078"/>
            <a:ext cx="1145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effect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59E2774-AA32-1AE9-B2A6-593EE72A675F}"/>
              </a:ext>
            </a:extLst>
          </p:cNvPr>
          <p:cNvCxnSpPr>
            <a:cxnSpLocks/>
          </p:cNvCxnSpPr>
          <p:nvPr/>
        </p:nvCxnSpPr>
        <p:spPr>
          <a:xfrm>
            <a:off x="15844361" y="7619231"/>
            <a:ext cx="6970137" cy="95332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30BAD53-A06A-D260-2032-F8E5D7B4B8FE}"/>
              </a:ext>
            </a:extLst>
          </p:cNvPr>
          <p:cNvCxnSpPr>
            <a:cxnSpLocks/>
          </p:cNvCxnSpPr>
          <p:nvPr/>
        </p:nvCxnSpPr>
        <p:spPr>
          <a:xfrm>
            <a:off x="17593339" y="7623441"/>
            <a:ext cx="5221159" cy="949112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3E71F77-D3CB-FB01-D789-B843D1D4404D}"/>
              </a:ext>
            </a:extLst>
          </p:cNvPr>
          <p:cNvCxnSpPr>
            <a:cxnSpLocks/>
          </p:cNvCxnSpPr>
          <p:nvPr/>
        </p:nvCxnSpPr>
        <p:spPr>
          <a:xfrm>
            <a:off x="21263475" y="7632267"/>
            <a:ext cx="1520459" cy="98787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6921CB6-16B4-6377-2F03-AD4DE89DE6B0}"/>
              </a:ext>
            </a:extLst>
          </p:cNvPr>
          <p:cNvCxnSpPr>
            <a:cxnSpLocks/>
          </p:cNvCxnSpPr>
          <p:nvPr/>
        </p:nvCxnSpPr>
        <p:spPr>
          <a:xfrm>
            <a:off x="14042782" y="7592027"/>
            <a:ext cx="0" cy="2326337"/>
          </a:xfrm>
          <a:prstGeom prst="straightConnector1">
            <a:avLst/>
          </a:prstGeom>
          <a:ln w="57150">
            <a:solidFill>
              <a:srgbClr val="4D4D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C4904D1-254A-0A5E-EC80-93AA8C80EAB5}"/>
              </a:ext>
            </a:extLst>
          </p:cNvPr>
          <p:cNvCxnSpPr>
            <a:cxnSpLocks/>
          </p:cNvCxnSpPr>
          <p:nvPr/>
        </p:nvCxnSpPr>
        <p:spPr>
          <a:xfrm>
            <a:off x="17593339" y="7592027"/>
            <a:ext cx="0" cy="2326337"/>
          </a:xfrm>
          <a:prstGeom prst="straightConnector1">
            <a:avLst/>
          </a:prstGeom>
          <a:ln w="57150">
            <a:solidFill>
              <a:srgbClr val="4D4D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6182F47-3813-DA8F-4573-716FB0271D52}"/>
              </a:ext>
            </a:extLst>
          </p:cNvPr>
          <p:cNvCxnSpPr>
            <a:cxnSpLocks/>
          </p:cNvCxnSpPr>
          <p:nvPr/>
        </p:nvCxnSpPr>
        <p:spPr>
          <a:xfrm>
            <a:off x="21249959" y="7592027"/>
            <a:ext cx="0" cy="2326337"/>
          </a:xfrm>
          <a:prstGeom prst="straightConnector1">
            <a:avLst/>
          </a:prstGeom>
          <a:ln w="57150">
            <a:solidFill>
              <a:srgbClr val="4D4D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riangle 81">
            <a:extLst>
              <a:ext uri="{FF2B5EF4-FFF2-40B4-BE49-F238E27FC236}">
                <a16:creationId xmlns:a16="http://schemas.microsoft.com/office/drawing/2014/main" id="{B53647B8-8C3F-B7D4-8E02-CE93836F165C}"/>
              </a:ext>
            </a:extLst>
          </p:cNvPr>
          <p:cNvSpPr/>
          <p:nvPr/>
        </p:nvSpPr>
        <p:spPr>
          <a:xfrm rot="6276220">
            <a:off x="22574713" y="8424720"/>
            <a:ext cx="277826" cy="274320"/>
          </a:xfrm>
          <a:prstGeom prst="triangl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4AFA44-6C62-3E99-51F0-76D48577252D}"/>
              </a:ext>
            </a:extLst>
          </p:cNvPr>
          <p:cNvSpPr txBox="1"/>
          <p:nvPr/>
        </p:nvSpPr>
        <p:spPr>
          <a:xfrm>
            <a:off x="22753307" y="8402876"/>
            <a:ext cx="1768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 Respiration rate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2EE661F-9B3B-B2EB-B615-4B1B32A7D62D}"/>
              </a:ext>
            </a:extLst>
          </p:cNvPr>
          <p:cNvCxnSpPr>
            <a:cxnSpLocks/>
          </p:cNvCxnSpPr>
          <p:nvPr/>
        </p:nvCxnSpPr>
        <p:spPr>
          <a:xfrm>
            <a:off x="15844358" y="7619232"/>
            <a:ext cx="7044548" cy="2223019"/>
          </a:xfrm>
          <a:prstGeom prst="straightConnector1">
            <a:avLst/>
          </a:prstGeom>
          <a:ln w="57150">
            <a:solidFill>
              <a:srgbClr val="F283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E2279CD-7E01-2BDD-BEB8-03B1CFEAB2F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9638044" y="7614302"/>
            <a:ext cx="3250863" cy="2227949"/>
          </a:xfrm>
          <a:prstGeom prst="straightConnector1">
            <a:avLst/>
          </a:prstGeom>
          <a:ln w="57150">
            <a:solidFill>
              <a:srgbClr val="F283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BF6F4BF-4A85-6C1D-F672-4507429878CF}"/>
              </a:ext>
            </a:extLst>
          </p:cNvPr>
          <p:cNvCxnSpPr>
            <a:cxnSpLocks/>
          </p:cNvCxnSpPr>
          <p:nvPr/>
        </p:nvCxnSpPr>
        <p:spPr>
          <a:xfrm>
            <a:off x="15844361" y="7592027"/>
            <a:ext cx="0" cy="2326337"/>
          </a:xfrm>
          <a:prstGeom prst="straightConnector1">
            <a:avLst/>
          </a:prstGeom>
          <a:ln w="57150">
            <a:solidFill>
              <a:srgbClr val="4D4D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AFA9010-B270-3737-5E5E-0B94BA6198DE}"/>
              </a:ext>
            </a:extLst>
          </p:cNvPr>
          <p:cNvCxnSpPr>
            <a:cxnSpLocks/>
          </p:cNvCxnSpPr>
          <p:nvPr/>
        </p:nvCxnSpPr>
        <p:spPr>
          <a:xfrm>
            <a:off x="19638042" y="7592027"/>
            <a:ext cx="0" cy="2326337"/>
          </a:xfrm>
          <a:prstGeom prst="straightConnector1">
            <a:avLst/>
          </a:prstGeom>
          <a:ln w="57150">
            <a:solidFill>
              <a:srgbClr val="4D4D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riangle 28">
            <a:extLst>
              <a:ext uri="{FF2B5EF4-FFF2-40B4-BE49-F238E27FC236}">
                <a16:creationId xmlns:a16="http://schemas.microsoft.com/office/drawing/2014/main" id="{1DCA5A4F-4059-BFF4-A337-40EEE1134B22}"/>
              </a:ext>
            </a:extLst>
          </p:cNvPr>
          <p:cNvSpPr/>
          <p:nvPr/>
        </p:nvSpPr>
        <p:spPr>
          <a:xfrm rot="7029140">
            <a:off x="22728570" y="9665791"/>
            <a:ext cx="277826" cy="274320"/>
          </a:xfrm>
          <a:prstGeom prst="triangle">
            <a:avLst/>
          </a:prstGeom>
          <a:solidFill>
            <a:srgbClr val="F2833F"/>
          </a:solidFill>
          <a:ln>
            <a:solidFill>
              <a:srgbClr val="F28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E9BAE97-0B14-B2C7-A8E2-2B14E4804883}"/>
              </a:ext>
            </a:extLst>
          </p:cNvPr>
          <p:cNvGrpSpPr/>
          <p:nvPr/>
        </p:nvGrpSpPr>
        <p:grpSpPr>
          <a:xfrm>
            <a:off x="23243260" y="6474045"/>
            <a:ext cx="2865078" cy="1585540"/>
            <a:chOff x="14147385" y="6271292"/>
            <a:chExt cx="2865078" cy="158554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01494B4-5773-844D-96ED-9515C3DD5808}"/>
                </a:ext>
              </a:extLst>
            </p:cNvPr>
            <p:cNvSpPr txBox="1"/>
            <p:nvPr/>
          </p:nvSpPr>
          <p:spPr>
            <a:xfrm>
              <a:off x="14147385" y="6271292"/>
              <a:ext cx="2865078" cy="1585540"/>
            </a:xfrm>
            <a:prstGeom prst="roundRect">
              <a:avLst/>
            </a:prstGeom>
            <a:ln w="38100">
              <a:solidFill>
                <a:srgbClr val="4D4D4D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tIns="0" bIns="0" rtlCol="0">
              <a:spAutoFit/>
            </a:bodyPr>
            <a:lstStyle/>
            <a:p>
              <a:pPr algn="ctr"/>
              <a:r>
                <a:rPr lang="en-US" sz="2400" u="sng" dirty="0"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Key</a:t>
              </a:r>
            </a:p>
            <a:p>
              <a:pPr lvl="1" algn="just">
                <a:lnSpc>
                  <a:spcPct val="150000"/>
                </a:lnSpc>
              </a:pPr>
              <a:r>
                <a:rPr lang="en-US" sz="1600" dirty="0"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factor response</a:t>
              </a:r>
            </a:p>
            <a:p>
              <a:pPr lvl="1" algn="just">
                <a:lnSpc>
                  <a:spcPct val="150000"/>
                </a:lnSpc>
              </a:pPr>
              <a:r>
                <a:rPr lang="en-US" sz="1600" dirty="0"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Dual factor response</a:t>
              </a:r>
            </a:p>
            <a:p>
              <a:pPr lvl="1" algn="just">
                <a:lnSpc>
                  <a:spcPct val="150000"/>
                </a:lnSpc>
              </a:pPr>
              <a:r>
                <a:rPr lang="en-US" sz="1600" dirty="0">
                  <a:solidFill>
                    <a:srgbClr val="4D4D4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Multi-factor response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2277636-F181-48B3-C0FF-B9B25F43C4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52081" y="7627940"/>
              <a:ext cx="445250" cy="10632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749C3AB-264D-1895-A68C-2F2810B6AD87}"/>
                </a:ext>
              </a:extLst>
            </p:cNvPr>
            <p:cNvCxnSpPr>
              <a:cxnSpLocks/>
            </p:cNvCxnSpPr>
            <p:nvPr/>
          </p:nvCxnSpPr>
          <p:spPr>
            <a:xfrm>
              <a:off x="14252081" y="7277065"/>
              <a:ext cx="445250" cy="0"/>
            </a:xfrm>
            <a:prstGeom prst="straightConnector1">
              <a:avLst/>
            </a:prstGeom>
            <a:ln w="57150">
              <a:solidFill>
                <a:srgbClr val="F2833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91E4CAC-801D-31C9-D4AD-17380957EE2F}"/>
                </a:ext>
              </a:extLst>
            </p:cNvPr>
            <p:cNvCxnSpPr>
              <a:cxnSpLocks/>
            </p:cNvCxnSpPr>
            <p:nvPr/>
          </p:nvCxnSpPr>
          <p:spPr>
            <a:xfrm>
              <a:off x="14252081" y="6909711"/>
              <a:ext cx="445250" cy="0"/>
            </a:xfrm>
            <a:prstGeom prst="straightConnector1">
              <a:avLst/>
            </a:prstGeom>
            <a:ln w="57150">
              <a:solidFill>
                <a:srgbClr val="4D4D4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4829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0FAE2D1-A10E-81A2-2F57-D4B7A7FF1AC7}"/>
              </a:ext>
            </a:extLst>
          </p:cNvPr>
          <p:cNvSpPr txBox="1"/>
          <p:nvPr/>
        </p:nvSpPr>
        <p:spPr>
          <a:xfrm>
            <a:off x="12045404" y="16783094"/>
            <a:ext cx="3963442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</a:t>
            </a:r>
            <a:r>
              <a:rPr lang="en-US" sz="3200" baseline="-250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200" dirty="0">
              <a:solidFill>
                <a:srgbClr val="4D4D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diagram of different types of symbiotic state&#10;&#10;Description automatically generated">
            <a:extLst>
              <a:ext uri="{FF2B5EF4-FFF2-40B4-BE49-F238E27FC236}">
                <a16:creationId xmlns:a16="http://schemas.microsoft.com/office/drawing/2014/main" id="{00A3B1C3-C277-9D37-5352-2DB6B5ED24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97" t="47554" r="30230"/>
          <a:stretch/>
        </p:blipFill>
        <p:spPr>
          <a:xfrm>
            <a:off x="10645451" y="9755747"/>
            <a:ext cx="8352137" cy="65305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0B6A5A2-CB7B-52CB-C6C6-2D37F9DB30FE}"/>
              </a:ext>
            </a:extLst>
          </p:cNvPr>
          <p:cNvSpPr/>
          <p:nvPr/>
        </p:nvSpPr>
        <p:spPr>
          <a:xfrm>
            <a:off x="9871588" y="5102943"/>
            <a:ext cx="344129" cy="12781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97C62-6DD4-691B-D883-7C6AB4CE0CC1}"/>
              </a:ext>
            </a:extLst>
          </p:cNvPr>
          <p:cNvSpPr txBox="1"/>
          <p:nvPr/>
        </p:nvSpPr>
        <p:spPr>
          <a:xfrm rot="16200000">
            <a:off x="6536022" y="12991819"/>
            <a:ext cx="821885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Photosynthetic efficiency (Fv/Fm)</a:t>
            </a:r>
          </a:p>
        </p:txBody>
      </p:sp>
      <p:pic>
        <p:nvPicPr>
          <p:cNvPr id="2" name="Picture 1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7849AF67-6A09-CCAE-6915-4D5D63902A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007" t="38202" r="1545" b="53405"/>
          <a:stretch/>
        </p:blipFill>
        <p:spPr>
          <a:xfrm>
            <a:off x="18997588" y="12102472"/>
            <a:ext cx="2761487" cy="1292352"/>
          </a:xfrm>
          <a:prstGeom prst="rect">
            <a:avLst/>
          </a:prstGeom>
        </p:spPr>
      </p:pic>
      <p:pic>
        <p:nvPicPr>
          <p:cNvPr id="9" name="Picture 8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A60BC6E7-D092-3257-C377-8695B9F334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753" t="47585" b="42914"/>
          <a:stretch/>
        </p:blipFill>
        <p:spPr>
          <a:xfrm>
            <a:off x="18798870" y="13671807"/>
            <a:ext cx="3158922" cy="1463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F4C998-153B-9FC6-2A2A-E6DE57C5B93A}"/>
              </a:ext>
            </a:extLst>
          </p:cNvPr>
          <p:cNvSpPr txBox="1"/>
          <p:nvPr/>
        </p:nvSpPr>
        <p:spPr>
          <a:xfrm>
            <a:off x="15816026" y="16784186"/>
            <a:ext cx="2594992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Elevated NO</a:t>
            </a:r>
            <a:r>
              <a:rPr lang="en-US" sz="3200" baseline="-25000" dirty="0">
                <a:solidFill>
                  <a:srgbClr val="4D4D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200" dirty="0">
              <a:solidFill>
                <a:srgbClr val="4D4D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9C51E2D2-3DA2-D747-F759-6226623287B5}"/>
              </a:ext>
            </a:extLst>
          </p:cNvPr>
          <p:cNvSpPr/>
          <p:nvPr/>
        </p:nvSpPr>
        <p:spPr>
          <a:xfrm rot="16200000">
            <a:off x="16698466" y="15397738"/>
            <a:ext cx="457200" cy="2222076"/>
          </a:xfrm>
          <a:prstGeom prst="leftBracket">
            <a:avLst/>
          </a:prstGeom>
          <a:ln w="38100">
            <a:solidFill>
              <a:srgbClr val="4D4D4D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3318E1A0-A4D7-89A5-57D1-E40AC16241C3}"/>
              </a:ext>
            </a:extLst>
          </p:cNvPr>
          <p:cNvSpPr/>
          <p:nvPr/>
        </p:nvSpPr>
        <p:spPr>
          <a:xfrm rot="16200000">
            <a:off x="13281544" y="15397737"/>
            <a:ext cx="457200" cy="2222078"/>
          </a:xfrm>
          <a:prstGeom prst="leftBracket">
            <a:avLst/>
          </a:prstGeom>
          <a:ln w="38100">
            <a:solidFill>
              <a:srgbClr val="4D4D4D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86DB7222-384B-5616-D058-AFA573CF04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908" t="35108" r="16919" b="62936"/>
          <a:stretch/>
        </p:blipFill>
        <p:spPr>
          <a:xfrm rot="10800000">
            <a:off x="19033813" y="14512334"/>
            <a:ext cx="450768" cy="3520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60BEE4-7290-23DB-4C45-74A7B101E8FA}"/>
              </a:ext>
            </a:extLst>
          </p:cNvPr>
          <p:cNvSpPr txBox="1"/>
          <p:nvPr/>
        </p:nvSpPr>
        <p:spPr>
          <a:xfrm>
            <a:off x="11791528" y="10292706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485DE-5DDF-1AD9-73C3-1CCC080DFC81}"/>
              </a:ext>
            </a:extLst>
          </p:cNvPr>
          <p:cNvSpPr txBox="1"/>
          <p:nvPr/>
        </p:nvSpPr>
        <p:spPr>
          <a:xfrm>
            <a:off x="15479173" y="10292706"/>
            <a:ext cx="17124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n/>
                <a:solidFill>
                  <a:srgbClr val="3B3B3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  <a:rtl val="0"/>
              </a:rPr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3584329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86AE-C94D-75FB-FA73-54238A454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EF256-EF82-BB60-D0BD-B8A711EE66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986527"/>
              </p:ext>
            </p:extLst>
          </p:nvPr>
        </p:nvGraphicFramePr>
        <p:xfrm>
          <a:off x="12830992" y="8006646"/>
          <a:ext cx="11544301" cy="8305800"/>
        </p:xfrm>
        <a:graphic>
          <a:graphicData uri="http://schemas.openxmlformats.org/drawingml/2006/table">
            <a:tbl>
              <a:tblPr/>
              <a:tblGrid>
                <a:gridCol w="2427968">
                  <a:extLst>
                    <a:ext uri="{9D8B030D-6E8A-4147-A177-3AD203B41FA5}">
                      <a16:colId xmlns:a16="http://schemas.microsoft.com/office/drawing/2014/main" val="599401109"/>
                    </a:ext>
                  </a:extLst>
                </a:gridCol>
                <a:gridCol w="4718504">
                  <a:extLst>
                    <a:ext uri="{9D8B030D-6E8A-4147-A177-3AD203B41FA5}">
                      <a16:colId xmlns:a16="http://schemas.microsoft.com/office/drawing/2014/main" val="4146148392"/>
                    </a:ext>
                  </a:extLst>
                </a:gridCol>
                <a:gridCol w="4397829">
                  <a:extLst>
                    <a:ext uri="{9D8B030D-6E8A-4147-A177-3AD203B41FA5}">
                      <a16:colId xmlns:a16="http://schemas.microsoft.com/office/drawing/2014/main" val="1550844100"/>
                    </a:ext>
                  </a:extLst>
                </a:gridCol>
              </a:tblGrid>
              <a:tr h="1194445">
                <a:tc>
                  <a:txBody>
                    <a:bodyPr/>
                    <a:lstStyle/>
                    <a:p>
                      <a:pPr fontAlgn="t"/>
                      <a:br>
                        <a:rPr lang="en-US">
                          <a:effectLst/>
                        </a:rPr>
                      </a:b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1155CC"/>
                          </a:solidFill>
                          <a:effectLst/>
                          <a:latin typeface="Times New Roman" panose="02020603050405020304" pitchFamily="18" charset="0"/>
                        </a:rPr>
                        <a:t>20°C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990000"/>
                          </a:solidFill>
                          <a:effectLst/>
                          <a:latin typeface="Times New Roman" panose="02020603050405020304" pitchFamily="18" charset="0"/>
                        </a:rPr>
                        <a:t>29°C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05583"/>
                  </a:ext>
                </a:extLst>
              </a:tr>
              <a:tr h="274078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Elevated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8 - </a:t>
                      </a:r>
                      <a:r>
                        <a:rPr lang="en-US" sz="1700" b="1" i="0" u="none" strike="noStrike">
                          <a:solidFill>
                            <a:srgbClr val="38761D"/>
                          </a:solidFill>
                          <a:effectLst/>
                          <a:latin typeface="Times New Roman" panose="02020603050405020304" pitchFamily="18" charset="0"/>
                        </a:rPr>
                        <a:t>Fed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700" b="1" i="0" u="none" strike="noStrike">
                          <a:solidFill>
                            <a:srgbClr val="666666"/>
                          </a:solidFill>
                          <a:effectLst/>
                          <a:latin typeface="Times New Roman" panose="02020603050405020304" pitchFamily="18" charset="0"/>
                        </a:rPr>
                        <a:t>Apo</a:t>
                      </a:r>
                      <a:endParaRPr lang="en-US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5 - Starved </a:t>
                      </a:r>
                      <a:r>
                        <a:rPr lang="en-US" sz="1700" b="1" i="0" u="none" strike="noStrike">
                          <a:solidFill>
                            <a:srgbClr val="666666"/>
                          </a:solidFill>
                          <a:effectLst/>
                          <a:latin typeface="Times New Roman" panose="02020603050405020304" pitchFamily="18" charset="0"/>
                        </a:rPr>
                        <a:t>Apo</a:t>
                      </a:r>
                      <a:endParaRPr lang="en-US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>
                          <a:effectLst/>
                        </a:rPr>
                      </a:b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7 - </a:t>
                      </a:r>
                      <a:r>
                        <a:rPr lang="en-US" sz="1700" b="1" i="0" u="none" strike="noStrike">
                          <a:solidFill>
                            <a:srgbClr val="38761D"/>
                          </a:solidFill>
                          <a:effectLst/>
                          <a:latin typeface="Times New Roman" panose="02020603050405020304" pitchFamily="18" charset="0"/>
                        </a:rPr>
                        <a:t>Fed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700" b="1" i="0" u="none" strike="noStrike">
                          <a:solidFill>
                            <a:srgbClr val="783F04"/>
                          </a:solidFill>
                          <a:effectLst/>
                          <a:latin typeface="Times New Roman" panose="02020603050405020304" pitchFamily="18" charset="0"/>
                        </a:rPr>
                        <a:t>Sym</a:t>
                      </a:r>
                      <a:endParaRPr lang="en-US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5 - Starved </a:t>
                      </a:r>
                      <a:r>
                        <a:rPr lang="en-US" sz="1700" b="1" i="0" u="none" strike="noStrike">
                          <a:solidFill>
                            <a:srgbClr val="783F04"/>
                          </a:solidFill>
                          <a:effectLst/>
                          <a:latin typeface="Times New Roman" panose="02020603050405020304" pitchFamily="18" charset="0"/>
                        </a:rPr>
                        <a:t>Sym</a:t>
                      </a:r>
                      <a:endParaRPr lang="en-US">
                        <a:effectLst/>
                      </a:endParaRPr>
                    </a:p>
                    <a:p>
                      <a:pPr fontAlgn="t"/>
                      <a:br>
                        <a:rPr lang="en-US">
                          <a:effectLst/>
                        </a:rPr>
                      </a:b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0 - </a:t>
                      </a:r>
                      <a:r>
                        <a:rPr lang="en-US" sz="1700" b="1" i="0" u="none" strike="noStrike">
                          <a:solidFill>
                            <a:srgbClr val="38761D"/>
                          </a:solidFill>
                          <a:effectLst/>
                          <a:latin typeface="Times New Roman" panose="02020603050405020304" pitchFamily="18" charset="0"/>
                        </a:rPr>
                        <a:t>Fed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700" b="1" i="0" u="none" strike="noStrike">
                          <a:solidFill>
                            <a:srgbClr val="666666"/>
                          </a:solidFill>
                          <a:effectLst/>
                          <a:latin typeface="Times New Roman" panose="02020603050405020304" pitchFamily="18" charset="0"/>
                        </a:rPr>
                        <a:t>Apo</a:t>
                      </a:r>
                      <a:endParaRPr lang="en-US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0 - Starved </a:t>
                      </a:r>
                      <a:r>
                        <a:rPr lang="en-US" sz="1700" b="1" i="0" u="none" strike="noStrike">
                          <a:solidFill>
                            <a:srgbClr val="666666"/>
                          </a:solidFill>
                          <a:effectLst/>
                          <a:latin typeface="Times New Roman" panose="02020603050405020304" pitchFamily="18" charset="0"/>
                        </a:rPr>
                        <a:t>Apo</a:t>
                      </a:r>
                      <a:endParaRPr lang="en-US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>
                          <a:effectLst/>
                        </a:rPr>
                      </a:b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0 - </a:t>
                      </a:r>
                      <a:r>
                        <a:rPr lang="en-US" sz="1700" b="1" i="0" u="none" strike="noStrike">
                          <a:solidFill>
                            <a:srgbClr val="38761D"/>
                          </a:solidFill>
                          <a:effectLst/>
                          <a:latin typeface="Times New Roman" panose="02020603050405020304" pitchFamily="18" charset="0"/>
                        </a:rPr>
                        <a:t>Fed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700" b="1" i="0" u="none" strike="noStrike">
                          <a:solidFill>
                            <a:srgbClr val="783F04"/>
                          </a:solidFill>
                          <a:effectLst/>
                          <a:latin typeface="Times New Roman" panose="02020603050405020304" pitchFamily="18" charset="0"/>
                        </a:rPr>
                        <a:t>Sym</a:t>
                      </a:r>
                      <a:endParaRPr lang="en-US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0 - Starved </a:t>
                      </a:r>
                      <a:r>
                        <a:rPr lang="en-US" sz="1700" b="1" i="0" u="none" strike="noStrike">
                          <a:solidFill>
                            <a:srgbClr val="783F04"/>
                          </a:solidFill>
                          <a:effectLst/>
                          <a:latin typeface="Times New Roman" panose="02020603050405020304" pitchFamily="18" charset="0"/>
                        </a:rPr>
                        <a:t>Sym</a:t>
                      </a:r>
                      <a:endParaRPr lang="en-US">
                        <a:effectLst/>
                      </a:endParaRPr>
                    </a:p>
                    <a:p>
                      <a:pPr fontAlgn="t"/>
                      <a:br>
                        <a:rPr lang="en-US">
                          <a:effectLst/>
                        </a:rPr>
                      </a:b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337395"/>
                  </a:ext>
                </a:extLst>
              </a:tr>
              <a:tr h="274078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Low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0 - </a:t>
                      </a:r>
                      <a:r>
                        <a:rPr lang="en-US" sz="1700" b="1" i="0" u="none" strike="noStrike">
                          <a:solidFill>
                            <a:srgbClr val="38761D"/>
                          </a:solidFill>
                          <a:effectLst/>
                          <a:latin typeface="Times New Roman" panose="02020603050405020304" pitchFamily="18" charset="0"/>
                        </a:rPr>
                        <a:t>Fed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700" b="1" i="0" u="none" strike="noStrike">
                          <a:solidFill>
                            <a:srgbClr val="666666"/>
                          </a:solidFill>
                          <a:effectLst/>
                          <a:latin typeface="Times New Roman" panose="02020603050405020304" pitchFamily="18" charset="0"/>
                        </a:rPr>
                        <a:t>Apo</a:t>
                      </a:r>
                      <a:endParaRPr lang="en-US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3 - Starved </a:t>
                      </a:r>
                      <a:r>
                        <a:rPr lang="en-US" sz="1700" b="1" i="0" u="none" strike="noStrike">
                          <a:solidFill>
                            <a:srgbClr val="666666"/>
                          </a:solidFill>
                          <a:effectLst/>
                          <a:latin typeface="Times New Roman" panose="02020603050405020304" pitchFamily="18" charset="0"/>
                        </a:rPr>
                        <a:t>Apo</a:t>
                      </a:r>
                      <a:endParaRPr lang="en-US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>
                          <a:effectLst/>
                        </a:rPr>
                      </a:b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0 -</a:t>
                      </a:r>
                      <a:r>
                        <a:rPr lang="en-US" sz="1700" b="1" i="0" u="none" strike="noStrike">
                          <a:solidFill>
                            <a:srgbClr val="38761D"/>
                          </a:solidFill>
                          <a:effectLst/>
                          <a:latin typeface="Times New Roman" panose="02020603050405020304" pitchFamily="18" charset="0"/>
                        </a:rPr>
                        <a:t> Fed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700" b="1" i="0" u="none" strike="noStrike">
                          <a:solidFill>
                            <a:srgbClr val="783F04"/>
                          </a:solidFill>
                          <a:effectLst/>
                          <a:latin typeface="Times New Roman" panose="02020603050405020304" pitchFamily="18" charset="0"/>
                        </a:rPr>
                        <a:t>Sym</a:t>
                      </a:r>
                      <a:endParaRPr lang="en-US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2 - Starved </a:t>
                      </a:r>
                      <a:r>
                        <a:rPr lang="en-US" sz="1700" b="1" i="0" u="none" strike="noStrike">
                          <a:solidFill>
                            <a:srgbClr val="783F04"/>
                          </a:solidFill>
                          <a:effectLst/>
                          <a:latin typeface="Times New Roman" panose="02020603050405020304" pitchFamily="18" charset="0"/>
                        </a:rPr>
                        <a:t>Sym</a:t>
                      </a:r>
                      <a:endParaRPr lang="en-US">
                        <a:effectLst/>
                      </a:endParaRPr>
                    </a:p>
                    <a:p>
                      <a:pPr fontAlgn="t"/>
                      <a:br>
                        <a:rPr lang="en-US">
                          <a:effectLst/>
                        </a:rPr>
                      </a:b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1 - </a:t>
                      </a:r>
                      <a:r>
                        <a:rPr lang="en-US" sz="1700" b="1" i="0" u="none" strike="noStrike" dirty="0">
                          <a:solidFill>
                            <a:srgbClr val="38761D"/>
                          </a:solidFill>
                          <a:effectLst/>
                          <a:latin typeface="Times New Roman" panose="02020603050405020304" pitchFamily="18" charset="0"/>
                        </a:rPr>
                        <a:t>Fed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700" b="1" i="0" u="none" strike="noStrike" dirty="0">
                          <a:solidFill>
                            <a:srgbClr val="666666"/>
                          </a:solidFill>
                          <a:effectLst/>
                          <a:latin typeface="Times New Roman" panose="02020603050405020304" pitchFamily="18" charset="0"/>
                        </a:rPr>
                        <a:t>Apo</a:t>
                      </a:r>
                      <a:endParaRPr lang="en-US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1 - Starved </a:t>
                      </a:r>
                      <a:r>
                        <a:rPr lang="en-US" sz="1700" b="1" i="0" u="none" strike="noStrike" dirty="0">
                          <a:solidFill>
                            <a:srgbClr val="666666"/>
                          </a:solidFill>
                          <a:effectLst/>
                          <a:latin typeface="Times New Roman" panose="02020603050405020304" pitchFamily="18" charset="0"/>
                        </a:rPr>
                        <a:t>Apo</a:t>
                      </a:r>
                      <a:endParaRPr lang="en-US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dirty="0">
                          <a:effectLst/>
                        </a:rPr>
                      </a:b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0 - </a:t>
                      </a:r>
                      <a:r>
                        <a:rPr lang="en-US" sz="1700" b="1" i="0" u="none" strike="noStrike" dirty="0">
                          <a:solidFill>
                            <a:srgbClr val="38761D"/>
                          </a:solidFill>
                          <a:effectLst/>
                          <a:latin typeface="Times New Roman" panose="02020603050405020304" pitchFamily="18" charset="0"/>
                        </a:rPr>
                        <a:t>Fed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700" b="1" i="0" u="none" strike="noStrike" dirty="0" err="1">
                          <a:solidFill>
                            <a:srgbClr val="783F04"/>
                          </a:solidFill>
                          <a:effectLst/>
                          <a:latin typeface="Times New Roman" panose="02020603050405020304" pitchFamily="18" charset="0"/>
                        </a:rPr>
                        <a:t>Sym</a:t>
                      </a:r>
                      <a:endParaRPr lang="en-US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0 - Starved </a:t>
                      </a:r>
                      <a:r>
                        <a:rPr lang="en-US" sz="1700" b="1" i="0" u="none" strike="noStrike" dirty="0" err="1">
                          <a:solidFill>
                            <a:srgbClr val="783F04"/>
                          </a:solidFill>
                          <a:effectLst/>
                          <a:latin typeface="Times New Roman" panose="02020603050405020304" pitchFamily="18" charset="0"/>
                        </a:rPr>
                        <a:t>Sym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11753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91317AC-B73E-20EB-7A08-117B565EC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7700" y="6753850"/>
            <a:ext cx="224696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>
                <a:solidFill>
                  <a:srgbClr val="000000"/>
                </a:solidFill>
                <a:latin typeface="Times New Roman" panose="02020603050405020304" pitchFamily="18" charset="0"/>
              </a:rPr>
              <a:t>Death table</a:t>
            </a:r>
            <a:endParaRPr lang="en-US" altLang="en-US" sz="130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>
                <a:solidFill>
                  <a:srgbClr val="000000"/>
                </a:solidFill>
                <a:latin typeface="Times New Roman" panose="02020603050405020304" pitchFamily="18" charset="0"/>
              </a:rPr>
              <a:t>Total mortality 32/960</a:t>
            </a:r>
            <a:endParaRPr lang="en-US" altLang="en-US" sz="130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>
                <a:latin typeface="Arial" panose="020B0604020202020204" pitchFamily="34" charset="0"/>
              </a:rPr>
            </a:br>
            <a:endParaRPr lang="en-US" altLang="en-US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497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different levels of nitrogen&#10;&#10;Description automatically generated with medium confidence">
            <a:extLst>
              <a:ext uri="{FF2B5EF4-FFF2-40B4-BE49-F238E27FC236}">
                <a16:creationId xmlns:a16="http://schemas.microsoft.com/office/drawing/2014/main" id="{C8FD4CBF-DC79-D48F-DA2C-D6709B1FD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170"/>
          <a:stretch/>
        </p:blipFill>
        <p:spPr>
          <a:xfrm>
            <a:off x="10093960" y="3944801"/>
            <a:ext cx="12701873" cy="10946856"/>
          </a:xfrm>
          <a:prstGeom prst="rect">
            <a:avLst/>
          </a:prstGeom>
        </p:spPr>
      </p:pic>
      <p:pic>
        <p:nvPicPr>
          <p:cNvPr id="8" name="Picture 7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3A5835A9-A62B-59AA-3ED2-44A3BA4C13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007" t="38202" r="1545" b="53405"/>
          <a:stretch/>
        </p:blipFill>
        <p:spPr>
          <a:xfrm>
            <a:off x="22815609" y="7690893"/>
            <a:ext cx="2761487" cy="1292352"/>
          </a:xfrm>
          <a:prstGeom prst="rect">
            <a:avLst/>
          </a:prstGeom>
        </p:spPr>
      </p:pic>
      <p:pic>
        <p:nvPicPr>
          <p:cNvPr id="9" name="Picture 8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BD63BADA-C3A2-A15D-AD12-A7968531F4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753" t="47585" b="42914"/>
          <a:stretch/>
        </p:blipFill>
        <p:spPr>
          <a:xfrm>
            <a:off x="22616891" y="9260228"/>
            <a:ext cx="3158922" cy="1463040"/>
          </a:xfrm>
          <a:prstGeom prst="rect">
            <a:avLst/>
          </a:prstGeom>
        </p:spPr>
      </p:pic>
      <p:pic>
        <p:nvPicPr>
          <p:cNvPr id="10" name="Picture 9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DE1B923C-34D9-DA6A-CE3C-D6272E149C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908" t="35108" r="16919" b="62936"/>
          <a:stretch/>
        </p:blipFill>
        <p:spPr>
          <a:xfrm rot="10800000">
            <a:off x="22894365" y="10109497"/>
            <a:ext cx="450768" cy="35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03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different levels of nitrogen&#10;&#10;Description automatically generated">
            <a:extLst>
              <a:ext uri="{FF2B5EF4-FFF2-40B4-BE49-F238E27FC236}">
                <a16:creationId xmlns:a16="http://schemas.microsoft.com/office/drawing/2014/main" id="{A862A9B9-772A-A332-9629-00E2D465B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717"/>
          <a:stretch/>
        </p:blipFill>
        <p:spPr>
          <a:xfrm>
            <a:off x="9858830" y="4755823"/>
            <a:ext cx="14321609" cy="12274890"/>
          </a:xfrm>
        </p:spPr>
      </p:pic>
      <p:pic>
        <p:nvPicPr>
          <p:cNvPr id="6" name="Picture 5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F6A80241-F76A-DC42-D4D2-2CAD70F557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007" t="38202" r="1545" b="53405"/>
          <a:stretch/>
        </p:blipFill>
        <p:spPr>
          <a:xfrm>
            <a:off x="23756967" y="8474664"/>
            <a:ext cx="2761487" cy="1292352"/>
          </a:xfrm>
          <a:prstGeom prst="rect">
            <a:avLst/>
          </a:prstGeom>
        </p:spPr>
      </p:pic>
      <p:pic>
        <p:nvPicPr>
          <p:cNvPr id="7" name="Picture 6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506D548F-1BBD-73F2-883C-DC3BC1AC9C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753" t="47585" b="42914"/>
          <a:stretch/>
        </p:blipFill>
        <p:spPr>
          <a:xfrm>
            <a:off x="23558249" y="10043999"/>
            <a:ext cx="3158922" cy="1463040"/>
          </a:xfrm>
          <a:prstGeom prst="rect">
            <a:avLst/>
          </a:prstGeom>
        </p:spPr>
      </p:pic>
      <p:pic>
        <p:nvPicPr>
          <p:cNvPr id="8" name="Picture 7" descr="A graph of a number of different types of oxygen&#10;&#10;Description automatically generated with medium confidence">
            <a:extLst>
              <a:ext uri="{FF2B5EF4-FFF2-40B4-BE49-F238E27FC236}">
                <a16:creationId xmlns:a16="http://schemas.microsoft.com/office/drawing/2014/main" id="{17CDEE54-213D-7642-4298-E5A49C94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908" t="35108" r="16919" b="62936"/>
          <a:stretch/>
        </p:blipFill>
        <p:spPr>
          <a:xfrm rot="10800000">
            <a:off x="23835723" y="10893268"/>
            <a:ext cx="450768" cy="35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989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20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950CFC5-546E-08D5-636B-43632964C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1025" y="4868863"/>
            <a:ext cx="22333950" cy="11603037"/>
          </a:xfrm>
        </p:spPr>
      </p:pic>
    </p:spTree>
    <p:extLst>
      <p:ext uri="{BB962C8B-B14F-4D97-AF65-F5344CB8AC3E}">
        <p14:creationId xmlns:p14="http://schemas.microsoft.com/office/powerpoint/2010/main" val="831449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63EA-4D7E-6A3F-C352-720F08B13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graph showing the months of the year&#10;&#10;Description automatically generated">
            <a:extLst>
              <a:ext uri="{FF2B5EF4-FFF2-40B4-BE49-F238E27FC236}">
                <a16:creationId xmlns:a16="http://schemas.microsoft.com/office/drawing/2014/main" id="{4BF533B6-22AB-8A74-1C17-CC78E7E3F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5662" y="6014244"/>
            <a:ext cx="16734752" cy="9487694"/>
          </a:xfrm>
        </p:spPr>
      </p:pic>
    </p:spTree>
    <p:extLst>
      <p:ext uri="{BB962C8B-B14F-4D97-AF65-F5344CB8AC3E}">
        <p14:creationId xmlns:p14="http://schemas.microsoft.com/office/powerpoint/2010/main" val="822759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96BA-EB0B-737E-BB3B-47A5CFB6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1CDCD-765A-CDA9-CBBD-A20E5A185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B4CE6516-C77F-5A98-1DBC-E339A9543A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35600" y="8991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3120C2F9-97BB-E5C1-E76F-8B6330D99D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88000" y="9144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F0351454-B160-3A42-EC2F-3AAD60C97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8500" y="6127750"/>
            <a:ext cx="9779000" cy="603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60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2575</TotalTime>
  <Words>863</Words>
  <Application>Microsoft Macintosh PowerPoint</Application>
  <PresentationFormat>Custom</PresentationFormat>
  <Paragraphs>359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Fleming, Caroline</dc:creator>
  <cp:lastModifiedBy>Fleming Ianniello, Caroline</cp:lastModifiedBy>
  <cp:revision>48</cp:revision>
  <dcterms:created xsi:type="dcterms:W3CDTF">2024-09-04T18:21:10Z</dcterms:created>
  <dcterms:modified xsi:type="dcterms:W3CDTF">2025-03-04T15:47:07Z</dcterms:modified>
</cp:coreProperties>
</file>